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13411200" cy="10363200" type="custom"/>
  <p:notesSz cx="6858000" cy="9144000"/>
  <p:defaultTextStyle>
    <a:defPPr defTabSz="914400">
      <a:defRPr lang="en-US" dirty="0"/>
    </a:defPPr>
    <a:lvl1pPr marL="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1pPr>
    <a:lvl2pPr marL="4572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2pPr>
    <a:lvl3pPr marL="9144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3pPr>
    <a:lvl4pPr marL="13716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4pPr>
    <a:lvl5pPr marL="18288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5pPr>
    <a:lvl6pPr marL="22860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6pPr>
    <a:lvl7pPr marL="27432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7pPr>
    <a:lvl8pPr marL="32004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8pPr>
    <a:lvl9pPr marL="36576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3" Type="http://schemas.openxmlformats.org/officeDocument/2006/relationships/viewProps" Target="viewProps.xml" /><Relationship Id="rId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" Type="http://schemas.openxmlformats.org/officeDocument/2006/relationships/tableStyles" Target="tableStyles.xml" /><Relationship Id="rId4" Type="http://schemas.openxmlformats.org/officeDocument/2006/relationships/theme" Target="theme/theme1.xml" /><Relationship Id="rId6" Type="http://schemas.openxmlformats.org/officeDocument/2006/relationships/slide" Target="slides/slide1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ln>
            <a:headEnd type="none"/>
            <a:tailEnd type="none"/>
          </a:ln>
        </p:spPr>
        <p:txBody>
          <a:bodyPr anchor="b" wrap="square"/>
          <a:lstStyle>
            <a:lvl1pPr algn="ctr">
              <a:defRPr sz="60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2400" dirty="0"/>
            </a:lvl1pPr>
            <a:lvl2pPr marL="457200" indent="0" algn="ctr">
              <a:buNone/>
              <a:defRPr sz="2000" dirty="0"/>
            </a:lvl2pPr>
            <a:lvl3pPr marL="914400" indent="0" algn="ctr">
              <a:buNone/>
              <a:defRPr sz="1800" dirty="0"/>
            </a:lvl3pPr>
            <a:lvl4pPr marL="1371600" indent="0" algn="ctr">
              <a:buNone/>
              <a:defRPr sz="1600" dirty="0"/>
            </a:lvl4pPr>
            <a:lvl5pPr marL="1828800" indent="0" algn="ctr">
              <a:buNone/>
              <a:defRPr sz="1600" dirty="0"/>
            </a:lvl5pPr>
            <a:lvl6pPr marL="2286000" indent="0" algn="ctr">
              <a:buNone/>
              <a:defRPr sz="1600" dirty="0"/>
            </a:lvl6pPr>
            <a:lvl7pPr marL="2743200" indent="0" algn="ctr">
              <a:buNone/>
              <a:defRPr sz="1600" dirty="0"/>
            </a:lvl7pPr>
            <a:lvl8pPr marL="3200400" indent="0" algn="ctr">
              <a:buNone/>
              <a:defRPr sz="1600" dirty="0"/>
            </a:lvl8pPr>
            <a:lvl9pPr marL="3657600" indent="0" algn="ctr">
              <a:buNone/>
              <a:defRPr sz="1600" dirty="0"/>
            </a:lvl9pPr>
          </a:lstStyle>
          <a:p>
            <a:pPr/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60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400" dirty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ln>
            <a:headEnd type="none"/>
            <a:tailEnd type="none"/>
          </a:ln>
        </p:spPr>
        <p:txBody>
          <a:bodyPr anchor="b" wrap="square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ln>
            <a:headEnd type="none"/>
            <a:tailEnd type="none"/>
          </a:ln>
        </p:spPr>
        <p:txBody>
          <a:bodyPr anchor="b" wrap="square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32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3200" dirty="0"/>
            </a:lvl1pPr>
            <a:lvl2pPr>
              <a:defRPr sz="2800" dirty="0"/>
            </a:lvl2pPr>
            <a:lvl3pPr>
              <a:defRPr sz="2400" dirty="0"/>
            </a:lvl3pPr>
            <a:lvl4pPr>
              <a:defRPr sz="2000" dirty="0"/>
            </a:lvl4pPr>
            <a:lvl5pPr>
              <a:defRPr sz="2000" dirty="0"/>
            </a:lvl5pPr>
            <a:lvl6pPr>
              <a:defRPr sz="2000" dirty="0"/>
            </a:lvl6pPr>
            <a:lvl7pPr>
              <a:defRPr sz="2000" dirty="0"/>
            </a:lvl7pPr>
            <a:lvl8pPr>
              <a:defRPr sz="2000" dirty="0"/>
            </a:lvl8pPr>
            <a:lvl9pPr>
              <a:defRPr sz="2000" dirty="0"/>
            </a:lvl9pPr>
          </a:lstStyle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32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3200" dirty="0"/>
            </a:lvl1pPr>
            <a:lvl2pPr marL="457200" indent="0">
              <a:buNone/>
              <a:defRPr sz="2800" dirty="0"/>
            </a:lvl2pPr>
            <a:lvl3pPr marL="914400" indent="0">
              <a:buNone/>
              <a:defRPr sz="2400" dirty="0"/>
            </a:lvl3pPr>
            <a:lvl4pPr marL="1371600" indent="0">
              <a:buNone/>
              <a:defRPr sz="2000" dirty="0"/>
            </a:lvl4pPr>
            <a:lvl5pPr marL="1828800" indent="0">
              <a:buNone/>
              <a:defRPr sz="2000" dirty="0"/>
            </a:lvl5pPr>
            <a:lvl6pPr marL="2286000" indent="0">
              <a:buNone/>
              <a:defRPr sz="2000" dirty="0"/>
            </a:lvl6pPr>
            <a:lvl7pPr marL="2743200" indent="0">
              <a:buNone/>
              <a:defRPr sz="2000" dirty="0"/>
            </a:lvl7pPr>
            <a:lvl8pPr marL="3200400" indent="0">
              <a:buNone/>
              <a:defRPr sz="2000" dirty="0"/>
            </a:lvl8pPr>
            <a:lvl9pPr marL="3657600" indent="0">
              <a:buNone/>
              <a:defRPr sz="2000" dirty="0"/>
            </a:lvl9pPr>
          </a:lstStyle>
          <a:p>
            <a:pPr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>
            <a:normAutofit/>
          </a:bodyPr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wrap="square">
            <a:normAutofit/>
          </a:bodyPr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l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ct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rtl="0" algn="l" defTabSz="914400">
        <a:lnSpc>
          <a:spcPct val="90000"/>
        </a:lnSpc>
        <a:spcBef>
          <a:spcPct val="0"/>
        </a:spcBef>
        <a:buNone/>
        <a:defRPr sz="44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rtl="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 defTabSz="914400">
        <a:defRPr lang="en-US" dirty="0"/>
      </a:defPPr>
      <a:lvl1pPr marL="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2860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7432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2004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6576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2"/>
          <p:cNvSpPr>
            <a:spLocks/>
          </p:cNvSpPr>
          <p:nvPr/>
        </p:nvSpPr>
        <p:spPr>
          <a:xfrm rot="0">
            <a:off x="304800" y="304800"/>
            <a:ext cx="12801600" cy="9753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sp>
        <p:nvSpPr>
          <p:cNvPr id="3" name="Rectangle3"/>
          <p:cNvSpPr>
            <a:spLocks/>
          </p:cNvSpPr>
          <p:nvPr/>
        </p:nvSpPr>
        <p:spPr>
          <a:xfrm rot="0">
            <a:off x="304800" y="304800"/>
            <a:ext cx="12801600" cy="62653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sp>
        <p:nvSpPr>
          <p:cNvPr id="4" name="Rectangle4"/>
          <p:cNvSpPr>
            <a:spLocks/>
          </p:cNvSpPr>
          <p:nvPr/>
        </p:nvSpPr>
        <p:spPr>
          <a:xfrm rot="0">
            <a:off x="304800" y="304800"/>
            <a:ext cx="12700000" cy="635000"/>
          </a:xfrm>
          <a:prstGeom prst="rect">
            <a:avLst/>
          </a:prstGeom>
          <a:solidFill>
            <a:srgbClr val="555B63"/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sp>
        <p:nvSpPr>
          <p:cNvPr id="5" name="Rectangle5"/>
          <p:cNvSpPr>
            <a:spLocks/>
          </p:cNvSpPr>
          <p:nvPr/>
        </p:nvSpPr>
        <p:spPr>
          <a:xfrm rot="0">
            <a:off x="431800" y="431800"/>
            <a:ext cx="4940300" cy="381000"/>
          </a:xfrm>
          <a:prstGeom prst="rect">
            <a:avLst/>
          </a:prstGeom>
          <a:solidFill>
            <a:srgbClr val="555B63"/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33867" tIns="33867" rIns="33867" bIns="33867" anchor="ctr" wrap="square"/>
          <a:lstStyle/>
          <a:p>
            <a:pPr algn="l" defTabSz="914400"/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Company Sales</a:t>
            </a:r>
          </a:p>
        </p:txBody>
      </p:sp>
      <p:sp>
        <p:nvSpPr>
          <p:cNvPr id="6" name="Rectangle6"/>
          <p:cNvSpPr>
            <a:spLocks/>
          </p:cNvSpPr>
          <p:nvPr/>
        </p:nvSpPr>
        <p:spPr>
          <a:xfrm rot="0">
            <a:off x="304800" y="939800"/>
            <a:ext cx="12801600" cy="899160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graphicFrame>
        <p:nvGraphicFramePr>
          <p:cNvPr id="7" name="Table 7"/>
          <p:cNvGraphicFramePr/>
          <p:nvPr/>
        </p:nvGraphicFramePr>
        <p:xfrm rot="0">
          <a:off x="469900" y="1079500"/>
          <a:ext cx="12293600" cy="1231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079500"/>
                <a:gridCol w="1079500"/>
                <a:gridCol w="1079500"/>
                <a:gridCol w="1079500"/>
                <a:gridCol w="1079500"/>
                <a:gridCol w="1079500"/>
                <a:gridCol w="1079500"/>
                <a:gridCol w="1079500"/>
              </a:tblGrid>
              <a:tr h="304800">
                <a:tc>
                  <a:txBody>
                    <a:bodyPr/>
                    <a:lstStyle/>
                    <a:p>
                      <a:pPr defTabSz="914400"/>
                      <a:r>
                        <a:rPr sz="1333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67733" marR="67733" marT="0" marB="0" anchor="t" horzOverflow="overflow">
                    <a:lnL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333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67733" marR="67733" marT="0" marB="0" anchor="t" horzOverflow="overflow">
                    <a:lnL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L>
                    <a:lnR w="8890">
                      <a:solidFill>
                        <a:srgbClr val="000000">
                          <a:alpha val="10000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defTabSz="914400"/>
                      <a:r>
                        <a:rPr sz="1333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2002</a:t>
                      </a:r>
                    </a:p>
                  </a:txBody>
                  <a:tcPr marL="67733" marR="67733" marT="0" marB="0" anchor="ctr" horzOverflow="overflow">
                    <a:lnL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L>
                    <a:lnR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R>
                    <a:lnT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T>
                    <a:lnB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B>
                    <a:solidFill>
                      <a:srgbClr val="688AC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horzOverflow="overflow">
                    <a:lnL>
                      <a:solidFill>
                        <a:srgbClr val="000000">
                          <a:alpha val="100000"/>
                        </a:srgbClr>
                      </a:solidFill>
                      <a:headEnd type="none"/>
                      <a:tailEnd type="none"/>
                    </a:lnL>
                    <a:lnR>
                      <a:solidFill>
                        <a:srgbClr val="000000">
                          <a:alpha val="10000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100000"/>
                        </a:srgbClr>
                      </a:solidFill>
                      <a:headEnd type="none"/>
                      <a:tailEnd type="none"/>
                    </a:lnT>
                    <a:lnB w="8890">
                      <a:solidFill>
                        <a:srgbClr val="000000">
                          <a:alpha val="100000"/>
                        </a:srgbClr>
                      </a:solidFill>
                      <a:headEnd type="none"/>
                      <a:tailEnd type="none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 horzOverflow="overflow">
                    <a:lnL>
                      <a:solidFill>
                        <a:srgbClr val="000000">
                          <a:alpha val="100000"/>
                        </a:srgbClr>
                      </a:solidFill>
                      <a:headEnd type="none"/>
                      <a:tailEnd type="none"/>
                    </a:lnL>
                    <a:lnR>
                      <a:solidFill>
                        <a:srgbClr val="000000">
                          <a:alpha val="10000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100000"/>
                        </a:srgbClr>
                      </a:solidFill>
                      <a:headEnd type="none"/>
                      <a:tailEnd type="none"/>
                    </a:lnT>
                    <a:lnB w="8890">
                      <a:solidFill>
                        <a:srgbClr val="000000">
                          <a:alpha val="100000"/>
                        </a:srgbClr>
                      </a:solidFill>
                      <a:headEnd type="none"/>
                      <a:tailEnd type="none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 horzOverflow="overflow">
                    <a:lnL>
                      <a:solidFill>
                        <a:srgbClr val="000000">
                          <a:alpha val="100000"/>
                        </a:srgbClr>
                      </a:solidFill>
                      <a:headEnd type="none"/>
                      <a:tailEnd type="none"/>
                    </a:lnL>
                    <a:lnR w="8890">
                      <a:solidFill>
                        <a:srgbClr val="000000">
                          <a:alpha val="10000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100000"/>
                        </a:srgbClr>
                      </a:solidFill>
                      <a:headEnd type="none"/>
                      <a:tailEnd type="none"/>
                    </a:lnT>
                    <a:lnB w="8890">
                      <a:solidFill>
                        <a:srgbClr val="000000">
                          <a:alpha val="100000"/>
                        </a:srgbClr>
                      </a:solidFill>
                      <a:headEnd type="none"/>
                      <a:tailEnd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defTabSz="914400"/>
                      <a:r>
                        <a:rPr sz="1333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2003</a:t>
                      </a:r>
                    </a:p>
                  </a:txBody>
                  <a:tcPr marL="67733" marR="67733" marT="0" marB="0" anchor="ctr" horzOverflow="overflow">
                    <a:lnL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L>
                    <a:lnR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R>
                    <a:lnT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T>
                    <a:lnB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B>
                    <a:solidFill>
                      <a:srgbClr val="688AC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horzOverflow="overflow">
                    <a:lnL>
                      <a:solidFill>
                        <a:srgbClr val="000000">
                          <a:alpha val="100000"/>
                        </a:srgbClr>
                      </a:solidFill>
                      <a:headEnd type="none"/>
                      <a:tailEnd type="none"/>
                    </a:lnL>
                    <a:lnR>
                      <a:solidFill>
                        <a:srgbClr val="000000">
                          <a:alpha val="10000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100000"/>
                        </a:srgbClr>
                      </a:solidFill>
                      <a:headEnd type="none"/>
                      <a:tailEnd type="none"/>
                    </a:lnT>
                    <a:lnB w="8890">
                      <a:solidFill>
                        <a:srgbClr val="000000">
                          <a:alpha val="100000"/>
                        </a:srgbClr>
                      </a:solidFill>
                      <a:headEnd type="none"/>
                      <a:tailEnd type="none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 horzOverflow="overflow">
                    <a:lnL>
                      <a:solidFill>
                        <a:srgbClr val="000000">
                          <a:alpha val="100000"/>
                        </a:srgbClr>
                      </a:solidFill>
                      <a:headEnd type="none"/>
                      <a:tailEnd type="none"/>
                    </a:lnL>
                    <a:lnR>
                      <a:solidFill>
                        <a:srgbClr val="000000">
                          <a:alpha val="10000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100000"/>
                        </a:srgbClr>
                      </a:solidFill>
                      <a:headEnd type="none"/>
                      <a:tailEnd type="none"/>
                    </a:lnT>
                    <a:lnB w="8890">
                      <a:solidFill>
                        <a:srgbClr val="000000">
                          <a:alpha val="100000"/>
                        </a:srgbClr>
                      </a:solidFill>
                      <a:headEnd type="none"/>
                      <a:tailEnd type="none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 horzOverflow="overflow">
                    <a:lnL>
                      <a:solidFill>
                        <a:srgbClr val="000000">
                          <a:alpha val="100000"/>
                        </a:srgbClr>
                      </a:solidFill>
                      <a:headEnd type="none"/>
                      <a:tailEnd type="none"/>
                    </a:lnL>
                    <a:lnR>
                      <a:solidFill>
                        <a:srgbClr val="000000">
                          <a:alpha val="10000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100000"/>
                        </a:srgbClr>
                      </a:solidFill>
                      <a:headEnd type="none"/>
                      <a:tailEnd type="none"/>
                    </a:lnT>
                    <a:lnB w="8890">
                      <a:solidFill>
                        <a:srgbClr val="000000">
                          <a:alpha val="100000"/>
                        </a:srgbClr>
                      </a:solidFill>
                      <a:headEnd type="none"/>
                      <a:tailEnd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defTabSz="914400"/>
                      <a:r>
                        <a:rPr sz="1333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67733" marR="67733" marT="0" marB="0" anchor="t" horzOverflow="overflow">
                    <a:lnL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T>
                    <a:lnB w="8890">
                      <a:solidFill>
                        <a:srgbClr val="000000">
                          <a:alpha val="100000"/>
                        </a:srgbClr>
                      </a:solidFill>
                      <a:headEnd type="none"/>
                      <a:tailEnd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333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67733" marR="67733" marT="0" marB="0" anchor="t" horzOverflow="overflow">
                    <a:lnL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L>
                    <a:lnR w="8890">
                      <a:solidFill>
                        <a:srgbClr val="000000">
                          <a:alpha val="10000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T>
                    <a:lnB w="8890">
                      <a:solidFill>
                        <a:srgbClr val="000000">
                          <a:alpha val="100000"/>
                        </a:srgbClr>
                      </a:solidFill>
                      <a:headEnd type="none"/>
                      <a:tailEnd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333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Q1</a:t>
                      </a:r>
                    </a:p>
                  </a:txBody>
                  <a:tcPr marL="67733" marR="67733" marT="0" marB="0" anchor="ctr" horzOverflow="overflow">
                    <a:lnL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L>
                    <a:lnR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R>
                    <a:lnT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T>
                    <a:lnB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B>
                    <a:solidFill>
                      <a:srgbClr val="688AC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333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Q2</a:t>
                      </a:r>
                    </a:p>
                  </a:txBody>
                  <a:tcPr marL="67733" marR="67733" marT="0" marB="0" anchor="ctr" horzOverflow="overflow">
                    <a:lnL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L>
                    <a:lnR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R>
                    <a:lnT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T>
                    <a:lnB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B>
                    <a:solidFill>
                      <a:srgbClr val="688AC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333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Q3</a:t>
                      </a:r>
                    </a:p>
                  </a:txBody>
                  <a:tcPr marL="67733" marR="67733" marT="0" marB="0" anchor="ctr" horzOverflow="overflow">
                    <a:lnL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L>
                    <a:lnR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R>
                    <a:lnT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T>
                    <a:lnB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B>
                    <a:solidFill>
                      <a:srgbClr val="688AC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333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Q4</a:t>
                      </a:r>
                    </a:p>
                  </a:txBody>
                  <a:tcPr marL="67733" marR="67733" marT="0" marB="0" anchor="ctr" horzOverflow="overflow">
                    <a:lnL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L>
                    <a:lnR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R>
                    <a:lnT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T>
                    <a:lnB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B>
                    <a:solidFill>
                      <a:srgbClr val="688AC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333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Q1</a:t>
                      </a:r>
                    </a:p>
                  </a:txBody>
                  <a:tcPr marL="67733" marR="67733" marT="0" marB="0" anchor="ctr" horzOverflow="overflow">
                    <a:lnL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L>
                    <a:lnR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R>
                    <a:lnT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T>
                    <a:lnB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B>
                    <a:solidFill>
                      <a:srgbClr val="688AC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333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Q2</a:t>
                      </a:r>
                    </a:p>
                  </a:txBody>
                  <a:tcPr marL="67733" marR="67733" marT="0" marB="0" anchor="ctr" horzOverflow="overflow">
                    <a:lnL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L>
                    <a:lnR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R>
                    <a:lnT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T>
                    <a:lnB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B>
                    <a:solidFill>
                      <a:srgbClr val="688AC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333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Q3</a:t>
                      </a:r>
                    </a:p>
                  </a:txBody>
                  <a:tcPr marL="67733" marR="67733" marT="0" marB="0" anchor="ctr" horzOverflow="overflow">
                    <a:lnL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L>
                    <a:lnR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R>
                    <a:lnT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T>
                    <a:lnB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B>
                    <a:solidFill>
                      <a:srgbClr val="688AC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333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Q4</a:t>
                      </a:r>
                    </a:p>
                  </a:txBody>
                  <a:tcPr marL="67733" marR="67733" marT="0" marB="0" anchor="ctr" horzOverflow="overflow">
                    <a:lnL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L>
                    <a:lnR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R>
                    <a:lnT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T>
                    <a:lnB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B>
                    <a:solidFill>
                      <a:srgbClr val="688AC6"/>
                    </a:solidFill>
                  </a:tcPr>
                </a:tc>
              </a:tr>
              <a:tr h="304800">
                <a:tc rowSpan="2">
                  <a:txBody>
                    <a:bodyPr/>
                    <a:lstStyle/>
                    <a:p>
                      <a:pPr algn="ctr" defTabSz="914400"/>
                      <a:r>
                        <a:rPr sz="1333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Components</a:t>
                      </a:r>
                    </a:p>
                  </a:txBody>
                  <a:tcPr marL="67733" marR="67733" marT="0" marB="0" anchor="ctr" horzOverflow="overflow">
                    <a:lnL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L>
                    <a:lnR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R>
                    <a:lnT w="8890">
                      <a:solidFill>
                        <a:srgbClr val="B0B0B0">
                          <a:alpha val="100000"/>
                        </a:srgbClr>
                      </a:solidFill>
                      <a:headEnd type="none"/>
                      <a:tailEnd type="none"/>
                    </a:lnT>
                    <a:lnB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B>
                    <a:solidFill>
                      <a:srgbClr val="688AC6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333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Mountain Frames</a:t>
                      </a:r>
                    </a:p>
                  </a:txBody>
                  <a:tcPr marL="67733" marR="67733" marT="0" marB="0" anchor="ctr" horzOverflow="overflow">
                    <a:lnL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L>
                    <a:lnR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R>
                    <a:lnT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T>
                    <a:lnB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B>
                    <a:solidFill>
                      <a:srgbClr val="F2F0F0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/>
                      <a:r>
                        <a:rPr sz="1333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$127,558</a:t>
                      </a:r>
                    </a:p>
                  </a:txBody>
                  <a:tcPr marL="67733" marR="67733" marT="0" marB="0" anchor="ctr" horzOverflow="overflow">
                    <a:lnL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L>
                    <a:lnR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R>
                    <a:lnT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T>
                    <a:lnB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/>
                      <a:r>
                        <a:rPr sz="1333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$220,935</a:t>
                      </a:r>
                    </a:p>
                  </a:txBody>
                  <a:tcPr marL="67733" marR="67733" marT="0" marB="0" anchor="ctr" horzOverflow="overflow">
                    <a:lnL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L>
                    <a:lnR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R>
                    <a:lnT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T>
                    <a:lnB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/>
                      <a:r>
                        <a:rPr sz="1333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$608,353</a:t>
                      </a:r>
                    </a:p>
                  </a:txBody>
                  <a:tcPr marL="67733" marR="67733" marT="0" marB="0" anchor="ctr" horzOverflow="overflow">
                    <a:lnL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L>
                    <a:lnR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R>
                    <a:lnT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T>
                    <a:lnB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/>
                      <a:r>
                        <a:rPr sz="1333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$443,599</a:t>
                      </a:r>
                    </a:p>
                  </a:txBody>
                  <a:tcPr marL="67733" marR="67733" marT="0" marB="0" anchor="ctr" horzOverflow="overflow">
                    <a:lnL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L>
                    <a:lnR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R>
                    <a:lnT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T>
                    <a:lnB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/>
                      <a:r>
                        <a:rPr sz="1333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$236,070</a:t>
                      </a:r>
                    </a:p>
                  </a:txBody>
                  <a:tcPr marL="67733" marR="67733" marT="0" marB="0" anchor="ctr" horzOverflow="overflow">
                    <a:lnL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L>
                    <a:lnR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R>
                    <a:lnT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T>
                    <a:lnB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/>
                      <a:r>
                        <a:rPr sz="1333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$440,261</a:t>
                      </a:r>
                    </a:p>
                  </a:txBody>
                  <a:tcPr marL="67733" marR="67733" marT="0" marB="0" anchor="ctr" horzOverflow="overflow">
                    <a:lnL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L>
                    <a:lnR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R>
                    <a:lnT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T>
                    <a:lnB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/>
                      <a:r>
                        <a:rPr sz="1333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$827,288</a:t>
                      </a:r>
                    </a:p>
                  </a:txBody>
                  <a:tcPr marL="67733" marR="67733" marT="0" marB="0" anchor="ctr" horzOverflow="overflow">
                    <a:lnL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L>
                    <a:lnR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R>
                    <a:lnT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T>
                    <a:lnB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/>
                      <a:r>
                        <a:rPr sz="1333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$565,230</a:t>
                      </a:r>
                    </a:p>
                  </a:txBody>
                  <a:tcPr marL="67733" marR="67733" marT="0" marB="0" anchor="ctr" horzOverflow="overflow">
                    <a:lnL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L>
                    <a:lnR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R>
                    <a:lnT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T>
                    <a:lnB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B>
                    <a:solidFill>
                      <a:srgbClr val="FFFFFF"/>
                    </a:solidFill>
                  </a:tcPr>
                </a:tc>
              </a:tr>
              <a:tr h="304800">
                <a:tc vMerge="1">
                  <a:txBody>
                    <a:bodyPr/>
                    <a:lstStyle/>
                    <a:p/>
                  </a:txBody>
                  <a:tcPr horzOverflow="overflow">
                    <a:lnL>
                      <a:solidFill>
                        <a:srgbClr val="000000">
                          <a:alpha val="100000"/>
                        </a:srgbClr>
                      </a:solidFill>
                      <a:headEnd type="none"/>
                      <a:tailEnd type="none"/>
                    </a:lnL>
                    <a:lnR w="8890">
                      <a:solidFill>
                        <a:srgbClr val="000000">
                          <a:alpha val="10000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100000"/>
                        </a:srgbClr>
                      </a:solidFill>
                      <a:headEnd type="none"/>
                      <a:tailEnd type="none"/>
                    </a:lnT>
                    <a:lnB>
                      <a:solidFill>
                        <a:srgbClr val="000000">
                          <a:alpha val="100000"/>
                        </a:srgbClr>
                      </a:solidFill>
                      <a:headEnd type="none"/>
                      <a:tailEnd type="none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333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Road Frames</a:t>
                      </a:r>
                    </a:p>
                  </a:txBody>
                  <a:tcPr marL="67733" marR="67733" marT="0" marB="0" anchor="ctr" horzOverflow="overflow">
                    <a:lnL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L>
                    <a:lnR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R>
                    <a:lnT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T>
                    <a:lnB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B>
                    <a:solidFill>
                      <a:srgbClr val="F2F0F0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/>
                      <a:r>
                        <a:rPr sz="1333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$47,486</a:t>
                      </a:r>
                    </a:p>
                  </a:txBody>
                  <a:tcPr marL="67733" marR="67733" marT="0" marB="0" anchor="ctr" horzOverflow="overflow">
                    <a:lnL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L>
                    <a:lnR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R>
                    <a:lnT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T>
                    <a:lnB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/>
                      <a:r>
                        <a:rPr sz="1333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$155,311</a:t>
                      </a:r>
                    </a:p>
                  </a:txBody>
                  <a:tcPr marL="67733" marR="67733" marT="0" marB="0" anchor="ctr" horzOverflow="overflow">
                    <a:lnL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L>
                    <a:lnR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R>
                    <a:lnT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T>
                    <a:lnB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/>
                      <a:r>
                        <a:rPr sz="1333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$957,715</a:t>
                      </a:r>
                    </a:p>
                  </a:txBody>
                  <a:tcPr marL="67733" marR="67733" marT="0" marB="0" anchor="ctr" horzOverflow="overflow">
                    <a:lnL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L>
                    <a:lnR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R>
                    <a:lnT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T>
                    <a:lnB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/>
                      <a:r>
                        <a:rPr sz="1333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$458,089</a:t>
                      </a:r>
                    </a:p>
                  </a:txBody>
                  <a:tcPr marL="67733" marR="67733" marT="0" marB="0" anchor="ctr" horzOverflow="overflow">
                    <a:lnL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L>
                    <a:lnR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R>
                    <a:lnT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T>
                    <a:lnB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/>
                      <a:r>
                        <a:rPr sz="1333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$132,692</a:t>
                      </a:r>
                    </a:p>
                  </a:txBody>
                  <a:tcPr marL="67733" marR="67733" marT="0" marB="0" anchor="ctr" horzOverflow="overflow">
                    <a:lnL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L>
                    <a:lnR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R>
                    <a:lnT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T>
                    <a:lnB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/>
                      <a:r>
                        <a:rPr sz="1333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$457,689</a:t>
                      </a:r>
                    </a:p>
                  </a:txBody>
                  <a:tcPr marL="67733" marR="67733" marT="0" marB="0" anchor="ctr" horzOverflow="overflow">
                    <a:lnL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L>
                    <a:lnR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R>
                    <a:lnT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T>
                    <a:lnB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/>
                      <a:r>
                        <a:rPr sz="1333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$755,821</a:t>
                      </a:r>
                    </a:p>
                  </a:txBody>
                  <a:tcPr marL="67733" marR="67733" marT="0" marB="0" anchor="ctr" horzOverflow="overflow">
                    <a:lnL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L>
                    <a:lnR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R>
                    <a:lnT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T>
                    <a:lnB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/>
                      <a:r>
                        <a:rPr sz="1333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$286,592</a:t>
                      </a:r>
                    </a:p>
                  </a:txBody>
                  <a:tcPr marL="67733" marR="67733" marT="0" marB="0" anchor="ctr" horzOverflow="overflow">
                    <a:lnL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L>
                    <a:lnR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R>
                    <a:lnT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T>
                    <a:lnB w="8890">
                      <a:solidFill>
                        <a:srgbClr val="CCCBCB">
                          <a:alpha val="100000"/>
                        </a:srgbClr>
                      </a:solidFill>
                      <a:headEnd type="none"/>
                      <a:tailEnd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8"/>
          <p:cNvSpPr>
            <a:spLocks/>
          </p:cNvSpPr>
          <p:nvPr/>
        </p:nvSpPr>
        <p:spPr>
          <a:xfrm rot="0">
            <a:off x="304800" y="9936480"/>
            <a:ext cx="12801600" cy="11345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Essential Presentation</Application>
  <Characters>0</Characters>
  <Lines>0</Lines>
  <MMClips>0</MMClips>
  <Notes>0</Notes>
  <Pages>0</Pages>
  <Paragraphs>0</Paragraphs>
  <HiddenSlides>0</HiddenSlides>
  <LinksUpToDate>false</LinksUpToDate>
  <ScaleCrop>false</ScaleCrop>
  <Slides>0</Slides>
  <TotalTime>0</TotalTime>
  <Words>0</Words>
  <AppVersion>12.0000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terms:modified xsi:type="dcterms:W3CDTF">2025-04-17T05:14:32Z</dcterms:modified>
</cp:coreProperties>
</file>