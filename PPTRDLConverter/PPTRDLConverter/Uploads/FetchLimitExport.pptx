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35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 Jebaraj" userId="cfe311f9-a38e-4f24-9eaf-deed21881b21" providerId="ADAL" clId="{D326D2A9-F2BA-4CEC-B5D6-1CFA9584A9CC}"/>
    <pc:docChg chg="modSld">
      <pc:chgData name="Davis Jebaraj" userId="cfe311f9-a38e-4f24-9eaf-deed21881b21" providerId="ADAL" clId="{D326D2A9-F2BA-4CEC-B5D6-1CFA9584A9CC}" dt="2025-02-27T20:44:30.556" v="5" actId="14100"/>
      <pc:docMkLst>
        <pc:docMk/>
      </pc:docMkLst>
      <pc:sldChg chg="addSp modSp mod">
        <pc:chgData name="Davis Jebaraj" userId="cfe311f9-a38e-4f24-9eaf-deed21881b21" providerId="ADAL" clId="{D326D2A9-F2BA-4CEC-B5D6-1CFA9584A9CC}" dt="2025-02-27T20:44:30.556" v="5" actId="14100"/>
        <pc:sldMkLst>
          <pc:docMk/>
          <pc:sldMk cId="2081716399" sldId="256"/>
        </pc:sldMkLst>
        <pc:spChg chg="add mod">
          <ac:chgData name="Davis Jebaraj" userId="cfe311f9-a38e-4f24-9eaf-deed21881b21" providerId="ADAL" clId="{D326D2A9-F2BA-4CEC-B5D6-1CFA9584A9CC}" dt="2025-02-27T20:44:30.556" v="5" actId="14100"/>
          <ac:spMkLst>
            <pc:docMk/>
            <pc:sldMk cId="2081716399" sldId="256"/>
            <ac:spMk id="17" creationId="{B5453876-0F94-0CC3-EA43-681E4BC23C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3581-1B7F-82B5-67C3-122D2FA2D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B9775-12DE-8031-ED62-6BEAE17C1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268FE-5FFD-7E92-0EAD-C802CF67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67FE6-75FC-3256-8533-8F17F600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EE9D-F6F9-1514-1C97-CC6AB105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7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CF73-32E9-8E9C-36A8-6F21EA06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E475-0C67-8CA4-F1BB-4EEBA1FDE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D5256-BE0A-F214-20B2-358D9007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D9DB-C134-E360-22E4-5CE58039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753B-9356-2268-1C86-3F9F7773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5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7EC5-D182-23BC-A6D7-43C3F62D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DCC3D-E470-3902-63AE-4DAE73BFB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385BA-46B1-BD95-0451-1C421E76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66C4C-C511-8346-B1F5-28D413AF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92993-8CF6-AB4B-00E0-70FA68C0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B70E-F1ED-8888-B9DC-B3FB7293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CC6D3-E35B-6BBD-3EB5-901650350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C9CB6-63F4-2B1A-ADA5-4BA30AC2D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DFDEC-A53C-5A1A-77F6-036DF70B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AAA4C-A5C5-ECFA-8CE6-62EC056A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5BDE8-85B5-60FD-FE66-045553E5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3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BB83-C8F5-82FA-FFE9-BFA2FF78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52D88-0EAA-462F-9EB6-249E397E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7EC74-2CA6-F670-4835-8004D1E37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0C48E-FE4D-E997-D099-FCEDC70E1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26A29-52BF-B7A8-51E3-334298A6D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EA664-31DF-F6A1-CC99-FEB06A4C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94BE6-BA2F-D005-AD5F-A70E2A232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4D042-24FA-517C-AC50-28902289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3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AB01-72E5-612E-EC1C-5CBB176E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AA879-01A3-D966-8640-681E1967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0D421-624F-4A7E-C5AC-0F69407E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BE48D-7996-9DE7-36C4-FF3D5FF7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6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4411F-A6D6-23BC-6965-45EDEC82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489B0-FF85-C931-3E44-4F66F24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24C2E-61A3-C2A0-69D1-B34DF8B6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7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20B9-460F-5B35-80D0-605C91D1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4644-55DB-B64C-E885-052A2FAD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E88C8-828F-1D67-8805-59554A590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385FE-15F3-8876-641E-C7FA9138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6242B-4BA0-72B9-8CBF-7C799A98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C8CD1-D6CB-B18E-9162-F8595460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8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FB65-2FB7-E817-71B1-2771C0BB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3BE2D-0C56-4E8C-9167-9A46BC56C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F0C6E-61A5-BD05-BE1C-CD0B1C0C4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8D6CB-F9D5-0444-95AD-41792473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B955D-1461-87D5-44DC-AA9D0E7B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6FF83-5308-D583-1178-941E95A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6C7C-1E53-5823-721D-C995A4D4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BED07-C712-B979-060F-099834C5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761D-4038-9393-F1A7-93145F83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F45F0-08A0-147C-1109-B05F13A9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A9370-B13D-E54A-C4D7-E9A700A2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4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3E93F-19DF-41F0-62F3-3BCA28908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53E00-33A7-94E3-AA7D-6FD93CD8E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80FAD-F85A-5189-CAA9-9FC4ADFC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D3D87-9140-3DDD-6816-2CCA3CA7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7DC19-CF91-1379-7E5E-09FD3BB6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BCB48F-221C-2768-34E2-12FF350E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1B253-59F4-7ED2-D663-D9398F928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81C12-288D-CF3C-BE9E-393EDACE2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8A3CE-A8D3-4F25-BD03-32F677B62D9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72692-F64D-D303-DEC8-B76ECFE1E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C102-B39A-D309-A598-FC3FC0A71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F2D2E-B9D5-4BCE-8ADB-CD5F0B43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38A8A5-8763-01E0-40EB-CECC1A914135}"/>
              </a:ext>
            </a:extLst>
          </p:cNvPr>
          <p:cNvSpPr/>
          <p:nvPr/>
        </p:nvSpPr>
        <p:spPr>
          <a:xfrm>
            <a:off x="1634987" y="2057400"/>
            <a:ext cx="2519569" cy="1789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7B5A6-B9C8-D7BC-58B9-50BE5F4A8E25}"/>
              </a:ext>
            </a:extLst>
          </p:cNvPr>
          <p:cNvSpPr txBox="1"/>
          <p:nvPr/>
        </p:nvSpPr>
        <p:spPr>
          <a:xfrm>
            <a:off x="2618961" y="844034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spc="25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View Limited Records (</a:t>
            </a:r>
            <a:r>
              <a:rPr lang="en-IN" sz="1800" b="1" spc="25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</a:rPr>
              <a:t>Fetch Limit )</a:t>
            </a:r>
            <a:r>
              <a:rPr lang="en-IN" sz="1800" b="1" spc="25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, Export All Records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7EA5E-0F01-989C-30B8-0C8102B07FA0}"/>
              </a:ext>
            </a:extLst>
          </p:cNvPr>
          <p:cNvSpPr/>
          <p:nvPr/>
        </p:nvSpPr>
        <p:spPr>
          <a:xfrm>
            <a:off x="6982239" y="1724439"/>
            <a:ext cx="2256183" cy="929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 based on Viewer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0CACA0-A893-2E12-CF37-90BE5CFF9D70}"/>
              </a:ext>
            </a:extLst>
          </p:cNvPr>
          <p:cNvSpPr/>
          <p:nvPr/>
        </p:nvSpPr>
        <p:spPr>
          <a:xfrm>
            <a:off x="6982238" y="3079474"/>
            <a:ext cx="2256183" cy="9293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 based on all records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EFBC69E-EFD6-34DA-0F4D-DA3FA46745EB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4154556" y="2189094"/>
            <a:ext cx="2827683" cy="7628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2562E0-342A-BA34-88A5-4FE14C340C6B}"/>
              </a:ext>
            </a:extLst>
          </p:cNvPr>
          <p:cNvSpPr txBox="1"/>
          <p:nvPr/>
        </p:nvSpPr>
        <p:spPr>
          <a:xfrm>
            <a:off x="4447761" y="1542762"/>
            <a:ext cx="2126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Implementation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4757099-4338-AEEE-78B1-6643982FAB77}"/>
              </a:ext>
            </a:extLst>
          </p:cNvPr>
          <p:cNvCxnSpPr/>
          <p:nvPr/>
        </p:nvCxnSpPr>
        <p:spPr>
          <a:xfrm>
            <a:off x="4154556" y="3359426"/>
            <a:ext cx="2787927" cy="4472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751051-54C7-D132-8C82-3A0F453981F0}"/>
              </a:ext>
            </a:extLst>
          </p:cNvPr>
          <p:cNvSpPr txBox="1"/>
          <p:nvPr/>
        </p:nvSpPr>
        <p:spPr>
          <a:xfrm>
            <a:off x="4504910" y="3816626"/>
            <a:ext cx="2126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Additional Implementation within Bold BI controlled by a setting?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453876-0F94-0CC3-EA43-681E4BC23C6F}"/>
              </a:ext>
            </a:extLst>
          </p:cNvPr>
          <p:cNvSpPr/>
          <p:nvPr/>
        </p:nvSpPr>
        <p:spPr>
          <a:xfrm>
            <a:off x="4378187" y="3079474"/>
            <a:ext cx="5138530" cy="24367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1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 Jebaraj</dc:creator>
  <cp:lastModifiedBy>Davis Jebaraj</cp:lastModifiedBy>
  <cp:revision>1</cp:revision>
  <dcterms:created xsi:type="dcterms:W3CDTF">2025-02-27T20:36:02Z</dcterms:created>
  <dcterms:modified xsi:type="dcterms:W3CDTF">2025-02-27T20:44:32Z</dcterms:modified>
</cp:coreProperties>
</file>