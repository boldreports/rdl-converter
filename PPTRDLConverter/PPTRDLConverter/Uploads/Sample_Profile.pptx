
<file path=[Content_Types].xml><?xml version="1.0" encoding="utf-8"?>
<Types xmlns="http://schemas.openxmlformats.org/package/2006/content-types">
  <Default Extension="bin" ContentType="application/vnd.openxmlformats-officedocument.oleObject"/>
  <Default Extension="bmp" ContentType="image/bmp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6"/>
  </p:notesMasterIdLst>
  <p:handoutMasterIdLst>
    <p:handoutMasterId r:id="rId7"/>
  </p:handoutMasterIdLst>
  <p:sldIdLst>
    <p:sldId id="428" r:id="rId5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2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9AB"/>
    <a:srgbClr val="00AB8E"/>
    <a:srgbClr val="000000"/>
    <a:srgbClr val="00915A"/>
    <a:srgbClr val="D9D9D9"/>
    <a:srgbClr val="BFBFBF"/>
    <a:srgbClr val="7F7F7F"/>
    <a:srgbClr val="595959"/>
    <a:srgbClr val="E6E6E6"/>
    <a:srgbClr val="E6A0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650" autoAdjust="0"/>
    <p:restoredTop sz="95332" autoAdjust="0"/>
  </p:normalViewPr>
  <p:slideViewPr>
    <p:cSldViewPr showGuides="1">
      <p:cViewPr varScale="1">
        <p:scale>
          <a:sx n="63" d="100"/>
          <a:sy n="63" d="100"/>
        </p:scale>
        <p:origin x="1160" y="56"/>
      </p:cViewPr>
      <p:guideLst>
        <p:guide orient="horz" pos="1026"/>
        <p:guide pos="282"/>
      </p:guideLst>
    </p:cSldViewPr>
  </p:slideViewPr>
  <p:outlineViewPr>
    <p:cViewPr>
      <p:scale>
        <a:sx n="33" d="100"/>
        <a:sy n="33" d="100"/>
      </p:scale>
      <p:origin x="0" y="-78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6" d="100"/>
        <a:sy n="9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325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utosh Puri" userId="c165cecf-414d-46b7-a69f-19d9c4dca2a2" providerId="ADAL" clId="{3DEC3984-967C-4756-A7AB-50F898A843E0}"/>
    <pc:docChg chg="custSel modSld">
      <pc:chgData name="Ashutosh Puri" userId="c165cecf-414d-46b7-a69f-19d9c4dca2a2" providerId="ADAL" clId="{3DEC3984-967C-4756-A7AB-50F898A843E0}" dt="2025-03-05T10:10:41.859" v="273" actId="20577"/>
      <pc:docMkLst>
        <pc:docMk/>
      </pc:docMkLst>
      <pc:sldChg chg="modSp mod">
        <pc:chgData name="Ashutosh Puri" userId="c165cecf-414d-46b7-a69f-19d9c4dca2a2" providerId="ADAL" clId="{3DEC3984-967C-4756-A7AB-50F898A843E0}" dt="2025-03-05T10:10:41.859" v="273" actId="20577"/>
        <pc:sldMkLst>
          <pc:docMk/>
          <pc:sldMk cId="3570248155" sldId="427"/>
        </pc:sldMkLst>
        <pc:spChg chg="mod">
          <ac:chgData name="Ashutosh Puri" userId="c165cecf-414d-46b7-a69f-19d9c4dca2a2" providerId="ADAL" clId="{3DEC3984-967C-4756-A7AB-50F898A843E0}" dt="2025-03-05T10:10:07.083" v="270" actId="20577"/>
          <ac:spMkLst>
            <pc:docMk/>
            <pc:sldMk cId="3570248155" sldId="427"/>
            <ac:spMk id="4" creationId="{06D38232-CA09-7859-644F-782AFB121647}"/>
          </ac:spMkLst>
        </pc:spChg>
        <pc:graphicFrameChg chg="modGraphic">
          <ac:chgData name="Ashutosh Puri" userId="c165cecf-414d-46b7-a69f-19d9c4dca2a2" providerId="ADAL" clId="{3DEC3984-967C-4756-A7AB-50F898A843E0}" dt="2025-03-05T10:10:41.859" v="273" actId="20577"/>
          <ac:graphicFrameMkLst>
            <pc:docMk/>
            <pc:sldMk cId="3570248155" sldId="427"/>
            <ac:graphicFrameMk id="2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070675184233261"/>
          <c:y val="4.7997097552126673E-2"/>
          <c:w val="0.48245864749858691"/>
          <c:h val="0.8776936404185268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1-3127-4998-A79A-E528B4309E6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3-3127-4998-A79A-E528B4309E6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5-3127-4998-A79A-E528B4309E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7-3127-4998-A79A-E528B4309E6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9-3127-4998-A79A-E528B4309E6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B-3127-4998-A79A-E528B4309E6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D-3127-4998-A79A-E528B4309E6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F-3127-4998-A79A-E528B4309E6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11-3127-4998-A79A-E528B4309E6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13-3127-4998-A79A-E528B4309E6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15-3127-4998-A79A-E528B4309E6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17-3127-4998-A79A-E528B4309E6D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19-3127-4998-A79A-E528B4309E6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5="http://schemas.microsoft.com/office/drawing/2012/chart" uri="{CE6537A1-D6FC-4f65-9D91-7224C49458BB}"/>
            </c:extLst>
          </c:dLbls>
          <c:cat>
            <c:strRef>
              <c:f>Sheet1!$A$2:A$4</c:f>
              <c:strCache>
                <c:ptCount val="3"/>
                <c:pt idx="0">
                  <c:v>Buy</c:v>
                </c:pt>
                <c:pt idx="1">
                  <c:v>Sell</c:v>
                </c:pt>
                <c:pt idx="2">
                  <c:v>Hold</c:v>
                </c:pt>
              </c:strCache>
            </c:strRef>
          </c:cat>
          <c:val>
            <c:numRef>
              <c:f>Sheet1!$B$2:B$4</c:f>
              <c:numCache>
                <c:formatCode>0%</c:formatCode>
                <c:ptCount val="3"/>
                <c:pt idx="0">
                  <c:v>15</c:v>
                </c:pt>
                <c:pt idx="1">
                  <c:v>0</c:v>
                </c:pt>
                <c:pt idx="2">
                  <c:v>6</c:v>
                </c:pt>
              </c:numCache>
            </c:numRef>
          </c:val>
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<c:ext xmlns:c16="http://schemas.microsoft.com/office/drawing/2014/chart" uri="{C3380CC4-5D6E-409C-BE32-E72D297353CC}">
              <c16:uniqueId val="{0000001A-3127-4998-A79A-E528B4309E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.13983546008213377"/>
          <c:y val="0.16221813071657504"/>
          <c:w val="0.22825139900654817"/>
          <c:h val="0.656811380461333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039043586762932"/>
          <c:y val="6.0316979902100581E-2"/>
          <c:w val="0.48245864749858691"/>
          <c:h val="0.8776936404185268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1-3E23-4EC3-8963-FEFE7BD54F4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3-3E23-4EC3-8963-FEFE7BD54F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5-3E23-4EC3-8963-FEFE7BD54F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7-3E23-4EC3-8963-FEFE7BD54F4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9-3E23-4EC3-8963-FEFE7BD54F4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B-3E23-4EC3-8963-FEFE7BD54F43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D-3E23-4EC3-8963-FEFE7BD54F43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F-3E23-4EC3-8963-FEFE7BD54F43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11-3E23-4EC3-8963-FEFE7BD54F43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13-3E23-4EC3-8963-FEFE7BD54F43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15-3E23-4EC3-8963-FEFE7BD54F43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17-3E23-4EC3-8963-FEFE7BD54F43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19-3E23-4EC3-8963-FEFE7BD54F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  <c:ext xmlns:c15="http://schemas.microsoft.com/office/drawing/2012/chart" uri="{CE6537A1-D6FC-4f65-9D91-7224C49458BB}"/>
            </c:extLst>
          </c:dLbls>
          <c:cat>
            <c:strRef>
              <c:f>Sheet1!$A$2:A$5</c:f>
              <c:strCache>
                <c:ptCount val="4"/>
                <c:pt idx="0">
                  <c:v>Europe</c:v>
                </c:pt>
                <c:pt idx="1">
                  <c:v>North America</c:v>
                </c:pt>
                <c:pt idx="2">
                  <c:v>AMEA</c:v>
                </c:pt>
                <c:pt idx="3">
                  <c:v>Latin America</c:v>
                </c:pt>
              </c:strCache>
            </c:strRef>
          </c:cat>
          <c:val>
            <c:numRef>
              <c:f>Sheet1!$B$2:B$5</c:f>
              <c:numCache>
                <c:formatCode>#,##0</c:formatCode>
                <c:ptCount val="4"/>
                <c:pt idx="0">
                  <c:v>12857</c:v>
                </c:pt>
                <c:pt idx="1">
                  <c:v>11078</c:v>
                </c:pt>
                <c:pt idx="2">
                  <c:v>7075</c:v>
                </c:pt>
                <c:pt idx="3">
                  <c:v>5006</c:v>
                </c:pt>
              </c:numCache>
            </c:numRef>
          </c:val>
      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      <c:ext xmlns:c16="http://schemas.microsoft.com/office/drawing/2014/chart" uri="{C3380CC4-5D6E-409C-BE32-E72D297353CC}">
              <c16:uniqueId val="{0000001A-3E23-4EC3-8963-FEFE7BD54F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 xmlns:c16r3="http://schemas.microsoft.com/office/drawing/2017/03/chart" xmlns:c15="http://schemas.microsoft.com/office/drawing/2012/chart" xmlns:c16="http://schemas.microsoft.com/office/drawing/2014/chart" xmlns:c14="http://schemas.microsoft.com/office/drawing/2007/8/2/chart" xmlns:mc="http://schemas.openxmlformats.org/markup-compatibility/2006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rgbClr val="FF0000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(USD)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Sheet1!$A$2:A$250</c:f>
              <c:numCache>
                <c:formatCode>[$-409]dd\-mmm\-yy;@</c:formatCode>
                <c:ptCount val="249"/>
                <c:pt idx="0">
                  <c:v>45695</c:v>
                </c:pt>
                <c:pt idx="1">
                  <c:v>45694</c:v>
                </c:pt>
                <c:pt idx="2">
                  <c:v>45693</c:v>
                </c:pt>
                <c:pt idx="3">
                  <c:v>45692</c:v>
                </c:pt>
                <c:pt idx="4">
                  <c:v>45691</c:v>
                </c:pt>
                <c:pt idx="5">
                  <c:v>45688</c:v>
                </c:pt>
                <c:pt idx="6">
                  <c:v>45687</c:v>
                </c:pt>
                <c:pt idx="7">
                  <c:v>45686</c:v>
                </c:pt>
                <c:pt idx="8">
                  <c:v>45685</c:v>
                </c:pt>
                <c:pt idx="9">
                  <c:v>45684</c:v>
                </c:pt>
                <c:pt idx="10">
                  <c:v>45681</c:v>
                </c:pt>
                <c:pt idx="11">
                  <c:v>45680</c:v>
                </c:pt>
                <c:pt idx="12">
                  <c:v>45679</c:v>
                </c:pt>
                <c:pt idx="13">
                  <c:v>45678</c:v>
                </c:pt>
                <c:pt idx="14">
                  <c:v>45674</c:v>
                </c:pt>
                <c:pt idx="15">
                  <c:v>45673</c:v>
                </c:pt>
                <c:pt idx="16">
                  <c:v>45672</c:v>
                </c:pt>
                <c:pt idx="17">
                  <c:v>45671</c:v>
                </c:pt>
                <c:pt idx="18">
                  <c:v>45670</c:v>
                </c:pt>
                <c:pt idx="19">
                  <c:v>45667</c:v>
                </c:pt>
                <c:pt idx="20">
                  <c:v>45665</c:v>
                </c:pt>
                <c:pt idx="21">
                  <c:v>45664</c:v>
                </c:pt>
                <c:pt idx="22">
                  <c:v>45663</c:v>
                </c:pt>
                <c:pt idx="23">
                  <c:v>45660</c:v>
                </c:pt>
                <c:pt idx="24">
                  <c:v>45659</c:v>
                </c:pt>
                <c:pt idx="25">
                  <c:v>45657</c:v>
                </c:pt>
                <c:pt idx="26">
                  <c:v>45656</c:v>
                </c:pt>
                <c:pt idx="27">
                  <c:v>45653</c:v>
                </c:pt>
                <c:pt idx="28">
                  <c:v>45652</c:v>
                </c:pt>
                <c:pt idx="29">
                  <c:v>45650</c:v>
                </c:pt>
                <c:pt idx="30">
                  <c:v>45649</c:v>
                </c:pt>
                <c:pt idx="31">
                  <c:v>45646</c:v>
                </c:pt>
                <c:pt idx="32">
                  <c:v>45645</c:v>
                </c:pt>
                <c:pt idx="33">
                  <c:v>45644</c:v>
                </c:pt>
                <c:pt idx="34">
                  <c:v>45643</c:v>
                </c:pt>
                <c:pt idx="35">
                  <c:v>45642</c:v>
                </c:pt>
                <c:pt idx="36">
                  <c:v>45639</c:v>
                </c:pt>
                <c:pt idx="37">
                  <c:v>45638</c:v>
                </c:pt>
                <c:pt idx="38">
                  <c:v>45637</c:v>
                </c:pt>
                <c:pt idx="39">
                  <c:v>45636</c:v>
                </c:pt>
                <c:pt idx="40">
                  <c:v>45635</c:v>
                </c:pt>
                <c:pt idx="41">
                  <c:v>45632</c:v>
                </c:pt>
                <c:pt idx="42">
                  <c:v>45631</c:v>
                </c:pt>
                <c:pt idx="43">
                  <c:v>45630</c:v>
                </c:pt>
                <c:pt idx="44">
                  <c:v>45629</c:v>
                </c:pt>
                <c:pt idx="45">
                  <c:v>45628</c:v>
                </c:pt>
                <c:pt idx="46">
                  <c:v>45625</c:v>
                </c:pt>
                <c:pt idx="47">
                  <c:v>45623</c:v>
                </c:pt>
                <c:pt idx="48">
                  <c:v>45622</c:v>
                </c:pt>
                <c:pt idx="49">
                  <c:v>45621</c:v>
                </c:pt>
                <c:pt idx="50">
                  <c:v>45618</c:v>
                </c:pt>
                <c:pt idx="51">
                  <c:v>45617</c:v>
                </c:pt>
                <c:pt idx="52">
                  <c:v>45616</c:v>
                </c:pt>
                <c:pt idx="53">
                  <c:v>45615</c:v>
                </c:pt>
                <c:pt idx="54">
                  <c:v>45614</c:v>
                </c:pt>
                <c:pt idx="55">
                  <c:v>45611</c:v>
                </c:pt>
                <c:pt idx="56">
                  <c:v>45610</c:v>
                </c:pt>
                <c:pt idx="57">
                  <c:v>45609</c:v>
                </c:pt>
                <c:pt idx="58">
                  <c:v>45608</c:v>
                </c:pt>
                <c:pt idx="59">
                  <c:v>45607</c:v>
                </c:pt>
                <c:pt idx="60">
                  <c:v>45604</c:v>
                </c:pt>
                <c:pt idx="61">
                  <c:v>45603</c:v>
                </c:pt>
                <c:pt idx="62">
                  <c:v>45602</c:v>
                </c:pt>
                <c:pt idx="63">
                  <c:v>45601</c:v>
                </c:pt>
                <c:pt idx="64">
                  <c:v>45600</c:v>
                </c:pt>
                <c:pt idx="65">
                  <c:v>45597</c:v>
                </c:pt>
                <c:pt idx="66">
                  <c:v>45596</c:v>
                </c:pt>
                <c:pt idx="67">
                  <c:v>45595</c:v>
                </c:pt>
                <c:pt idx="68">
                  <c:v>45594</c:v>
                </c:pt>
                <c:pt idx="69">
                  <c:v>45593</c:v>
                </c:pt>
                <c:pt idx="70">
                  <c:v>45590</c:v>
                </c:pt>
                <c:pt idx="71">
                  <c:v>45589</c:v>
                </c:pt>
                <c:pt idx="72">
                  <c:v>45588</c:v>
                </c:pt>
                <c:pt idx="73">
                  <c:v>45587</c:v>
                </c:pt>
                <c:pt idx="74">
                  <c:v>45586</c:v>
                </c:pt>
                <c:pt idx="75">
                  <c:v>45583</c:v>
                </c:pt>
                <c:pt idx="76">
                  <c:v>45582</c:v>
                </c:pt>
                <c:pt idx="77">
                  <c:v>45581</c:v>
                </c:pt>
                <c:pt idx="78">
                  <c:v>45580</c:v>
                </c:pt>
                <c:pt idx="79">
                  <c:v>45579</c:v>
                </c:pt>
                <c:pt idx="80">
                  <c:v>45576</c:v>
                </c:pt>
                <c:pt idx="81">
                  <c:v>45575</c:v>
                </c:pt>
                <c:pt idx="82">
                  <c:v>45574</c:v>
                </c:pt>
                <c:pt idx="83">
                  <c:v>45573</c:v>
                </c:pt>
                <c:pt idx="84">
                  <c:v>45572</c:v>
                </c:pt>
                <c:pt idx="85">
                  <c:v>45569</c:v>
                </c:pt>
                <c:pt idx="86">
                  <c:v>45568</c:v>
                </c:pt>
                <c:pt idx="87">
                  <c:v>45567</c:v>
                </c:pt>
                <c:pt idx="88">
                  <c:v>45566</c:v>
                </c:pt>
                <c:pt idx="89">
                  <c:v>45565</c:v>
                </c:pt>
                <c:pt idx="90">
                  <c:v>45562</c:v>
                </c:pt>
                <c:pt idx="91">
                  <c:v>45561</c:v>
                </c:pt>
                <c:pt idx="92">
                  <c:v>45560</c:v>
                </c:pt>
                <c:pt idx="93">
                  <c:v>45559</c:v>
                </c:pt>
                <c:pt idx="94">
                  <c:v>45558</c:v>
                </c:pt>
                <c:pt idx="95">
                  <c:v>45555</c:v>
                </c:pt>
                <c:pt idx="96">
                  <c:v>45554</c:v>
                </c:pt>
                <c:pt idx="97">
                  <c:v>45553</c:v>
                </c:pt>
                <c:pt idx="98">
                  <c:v>45552</c:v>
                </c:pt>
                <c:pt idx="99">
                  <c:v>45551</c:v>
                </c:pt>
                <c:pt idx="100">
                  <c:v>45548</c:v>
                </c:pt>
                <c:pt idx="101">
                  <c:v>45547</c:v>
                </c:pt>
                <c:pt idx="102">
                  <c:v>45546</c:v>
                </c:pt>
                <c:pt idx="103">
                  <c:v>45545</c:v>
                </c:pt>
                <c:pt idx="104">
                  <c:v>45544</c:v>
                </c:pt>
                <c:pt idx="105">
                  <c:v>45541</c:v>
                </c:pt>
                <c:pt idx="106">
                  <c:v>45540</c:v>
                </c:pt>
                <c:pt idx="107">
                  <c:v>45539</c:v>
                </c:pt>
                <c:pt idx="108">
                  <c:v>45538</c:v>
                </c:pt>
                <c:pt idx="109">
                  <c:v>45534</c:v>
                </c:pt>
                <c:pt idx="110">
                  <c:v>45533</c:v>
                </c:pt>
                <c:pt idx="111">
                  <c:v>45532</c:v>
                </c:pt>
                <c:pt idx="112">
                  <c:v>45531</c:v>
                </c:pt>
                <c:pt idx="113">
                  <c:v>45530</c:v>
                </c:pt>
                <c:pt idx="114">
                  <c:v>45527</c:v>
                </c:pt>
                <c:pt idx="115">
                  <c:v>45526</c:v>
                </c:pt>
                <c:pt idx="116">
                  <c:v>45525</c:v>
                </c:pt>
                <c:pt idx="117">
                  <c:v>45524</c:v>
                </c:pt>
                <c:pt idx="118">
                  <c:v>45523</c:v>
                </c:pt>
                <c:pt idx="119">
                  <c:v>45520</c:v>
                </c:pt>
                <c:pt idx="120">
                  <c:v>45519</c:v>
                </c:pt>
                <c:pt idx="121">
                  <c:v>45518</c:v>
                </c:pt>
                <c:pt idx="122">
                  <c:v>45517</c:v>
                </c:pt>
                <c:pt idx="123">
                  <c:v>45516</c:v>
                </c:pt>
                <c:pt idx="124">
                  <c:v>45513</c:v>
                </c:pt>
                <c:pt idx="125">
                  <c:v>45512</c:v>
                </c:pt>
                <c:pt idx="126">
                  <c:v>45511</c:v>
                </c:pt>
                <c:pt idx="127">
                  <c:v>45510</c:v>
                </c:pt>
                <c:pt idx="128">
                  <c:v>45509</c:v>
                </c:pt>
                <c:pt idx="129">
                  <c:v>45506</c:v>
                </c:pt>
                <c:pt idx="130">
                  <c:v>45505</c:v>
                </c:pt>
                <c:pt idx="131">
                  <c:v>45504</c:v>
                </c:pt>
                <c:pt idx="132">
                  <c:v>45503</c:v>
                </c:pt>
                <c:pt idx="133">
                  <c:v>45502</c:v>
                </c:pt>
                <c:pt idx="134">
                  <c:v>45499</c:v>
                </c:pt>
                <c:pt idx="135">
                  <c:v>45498</c:v>
                </c:pt>
                <c:pt idx="136">
                  <c:v>45497</c:v>
                </c:pt>
                <c:pt idx="137">
                  <c:v>45496</c:v>
                </c:pt>
                <c:pt idx="138">
                  <c:v>45495</c:v>
                </c:pt>
                <c:pt idx="139">
                  <c:v>45492</c:v>
                </c:pt>
                <c:pt idx="140">
                  <c:v>45491</c:v>
                </c:pt>
                <c:pt idx="141">
                  <c:v>45490</c:v>
                </c:pt>
                <c:pt idx="142">
                  <c:v>45489</c:v>
                </c:pt>
                <c:pt idx="143">
                  <c:v>45488</c:v>
                </c:pt>
                <c:pt idx="144">
                  <c:v>45485</c:v>
                </c:pt>
                <c:pt idx="145">
                  <c:v>45484</c:v>
                </c:pt>
                <c:pt idx="146">
                  <c:v>45483</c:v>
                </c:pt>
                <c:pt idx="147">
                  <c:v>45482</c:v>
                </c:pt>
                <c:pt idx="148">
                  <c:v>45481</c:v>
                </c:pt>
                <c:pt idx="149">
                  <c:v>45478</c:v>
                </c:pt>
                <c:pt idx="150">
                  <c:v>45476</c:v>
                </c:pt>
                <c:pt idx="151">
                  <c:v>45475</c:v>
                </c:pt>
                <c:pt idx="152">
                  <c:v>45474</c:v>
                </c:pt>
                <c:pt idx="153">
                  <c:v>45471</c:v>
                </c:pt>
                <c:pt idx="154">
                  <c:v>45470</c:v>
                </c:pt>
                <c:pt idx="155">
                  <c:v>45469</c:v>
                </c:pt>
                <c:pt idx="156">
                  <c:v>45468</c:v>
                </c:pt>
                <c:pt idx="157">
                  <c:v>45467</c:v>
                </c:pt>
                <c:pt idx="158">
                  <c:v>45464</c:v>
                </c:pt>
                <c:pt idx="159">
                  <c:v>45463</c:v>
                </c:pt>
                <c:pt idx="160">
                  <c:v>45461</c:v>
                </c:pt>
                <c:pt idx="161">
                  <c:v>45460</c:v>
                </c:pt>
                <c:pt idx="162">
                  <c:v>45457</c:v>
                </c:pt>
                <c:pt idx="163">
                  <c:v>45456</c:v>
                </c:pt>
                <c:pt idx="164">
                  <c:v>45455</c:v>
                </c:pt>
                <c:pt idx="165">
                  <c:v>45454</c:v>
                </c:pt>
                <c:pt idx="166">
                  <c:v>45453</c:v>
                </c:pt>
                <c:pt idx="167">
                  <c:v>45450</c:v>
                </c:pt>
                <c:pt idx="168">
                  <c:v>45449</c:v>
                </c:pt>
                <c:pt idx="169">
                  <c:v>45448</c:v>
                </c:pt>
                <c:pt idx="170">
                  <c:v>45447</c:v>
                </c:pt>
                <c:pt idx="171">
                  <c:v>45446</c:v>
                </c:pt>
                <c:pt idx="172">
                  <c:v>45443</c:v>
                </c:pt>
                <c:pt idx="173">
                  <c:v>45442</c:v>
                </c:pt>
                <c:pt idx="174">
                  <c:v>45441</c:v>
                </c:pt>
                <c:pt idx="175">
                  <c:v>45440</c:v>
                </c:pt>
                <c:pt idx="176">
                  <c:v>45436</c:v>
                </c:pt>
                <c:pt idx="177">
                  <c:v>45435</c:v>
                </c:pt>
                <c:pt idx="178">
                  <c:v>45434</c:v>
                </c:pt>
                <c:pt idx="179">
                  <c:v>45433</c:v>
                </c:pt>
                <c:pt idx="180">
                  <c:v>45432</c:v>
                </c:pt>
                <c:pt idx="181">
                  <c:v>45429</c:v>
                </c:pt>
                <c:pt idx="182">
                  <c:v>45428</c:v>
                </c:pt>
                <c:pt idx="183">
                  <c:v>45427</c:v>
                </c:pt>
                <c:pt idx="184">
                  <c:v>45426</c:v>
                </c:pt>
                <c:pt idx="185">
                  <c:v>45425</c:v>
                </c:pt>
                <c:pt idx="186">
                  <c:v>45422</c:v>
                </c:pt>
                <c:pt idx="187">
                  <c:v>45421</c:v>
                </c:pt>
                <c:pt idx="188">
                  <c:v>45420</c:v>
                </c:pt>
                <c:pt idx="189">
                  <c:v>45419</c:v>
                </c:pt>
                <c:pt idx="190">
                  <c:v>45418</c:v>
                </c:pt>
                <c:pt idx="191">
                  <c:v>45415</c:v>
                </c:pt>
                <c:pt idx="192">
                  <c:v>45414</c:v>
                </c:pt>
                <c:pt idx="193">
                  <c:v>45413</c:v>
                </c:pt>
                <c:pt idx="194">
                  <c:v>45412</c:v>
                </c:pt>
                <c:pt idx="195">
                  <c:v>45411</c:v>
                </c:pt>
                <c:pt idx="196">
                  <c:v>45408</c:v>
                </c:pt>
                <c:pt idx="197">
                  <c:v>45407</c:v>
                </c:pt>
                <c:pt idx="198">
                  <c:v>45406</c:v>
                </c:pt>
                <c:pt idx="199">
                  <c:v>45405</c:v>
                </c:pt>
                <c:pt idx="200">
                  <c:v>45404</c:v>
                </c:pt>
                <c:pt idx="201">
                  <c:v>45401</c:v>
                </c:pt>
                <c:pt idx="202">
                  <c:v>45400</c:v>
                </c:pt>
                <c:pt idx="203">
                  <c:v>45399</c:v>
                </c:pt>
                <c:pt idx="204">
                  <c:v>45398</c:v>
                </c:pt>
                <c:pt idx="205">
                  <c:v>45397</c:v>
                </c:pt>
                <c:pt idx="206">
                  <c:v>45394</c:v>
                </c:pt>
                <c:pt idx="207">
                  <c:v>45393</c:v>
                </c:pt>
                <c:pt idx="208">
                  <c:v>45392</c:v>
                </c:pt>
                <c:pt idx="209">
                  <c:v>45391</c:v>
                </c:pt>
                <c:pt idx="210">
                  <c:v>45390</c:v>
                </c:pt>
                <c:pt idx="211">
                  <c:v>45387</c:v>
                </c:pt>
                <c:pt idx="212">
                  <c:v>45386</c:v>
                </c:pt>
                <c:pt idx="213">
                  <c:v>45385</c:v>
                </c:pt>
                <c:pt idx="214">
                  <c:v>45384</c:v>
                </c:pt>
                <c:pt idx="215">
                  <c:v>45383</c:v>
                </c:pt>
                <c:pt idx="216">
                  <c:v>45379</c:v>
                </c:pt>
                <c:pt idx="217">
                  <c:v>45378</c:v>
                </c:pt>
                <c:pt idx="218">
                  <c:v>45377</c:v>
                </c:pt>
                <c:pt idx="219">
                  <c:v>45376</c:v>
                </c:pt>
                <c:pt idx="220">
                  <c:v>45373</c:v>
                </c:pt>
                <c:pt idx="221">
                  <c:v>45372</c:v>
                </c:pt>
                <c:pt idx="222">
                  <c:v>45371</c:v>
                </c:pt>
                <c:pt idx="223">
                  <c:v>45370</c:v>
                </c:pt>
                <c:pt idx="224">
                  <c:v>45369</c:v>
                </c:pt>
                <c:pt idx="225">
                  <c:v>45366</c:v>
                </c:pt>
                <c:pt idx="226">
                  <c:v>45365</c:v>
                </c:pt>
                <c:pt idx="227">
                  <c:v>45364</c:v>
                </c:pt>
                <c:pt idx="228">
                  <c:v>45363</c:v>
                </c:pt>
                <c:pt idx="229">
                  <c:v>45362</c:v>
                </c:pt>
                <c:pt idx="230">
                  <c:v>45359</c:v>
                </c:pt>
                <c:pt idx="231">
                  <c:v>45358</c:v>
                </c:pt>
                <c:pt idx="232">
                  <c:v>45357</c:v>
                </c:pt>
                <c:pt idx="233">
                  <c:v>45356</c:v>
                </c:pt>
                <c:pt idx="234">
                  <c:v>45355</c:v>
                </c:pt>
                <c:pt idx="235">
                  <c:v>45352</c:v>
                </c:pt>
                <c:pt idx="236">
                  <c:v>45351</c:v>
                </c:pt>
                <c:pt idx="237">
                  <c:v>45350</c:v>
                </c:pt>
                <c:pt idx="238">
                  <c:v>45349</c:v>
                </c:pt>
                <c:pt idx="239">
                  <c:v>45348</c:v>
                </c:pt>
                <c:pt idx="240">
                  <c:v>45345</c:v>
                </c:pt>
                <c:pt idx="241">
                  <c:v>45344</c:v>
                </c:pt>
                <c:pt idx="242">
                  <c:v>45343</c:v>
                </c:pt>
                <c:pt idx="243">
                  <c:v>45342</c:v>
                </c:pt>
                <c:pt idx="244">
                  <c:v>45338</c:v>
                </c:pt>
                <c:pt idx="245">
                  <c:v>45337</c:v>
                </c:pt>
                <c:pt idx="246">
                  <c:v>45336</c:v>
                </c:pt>
                <c:pt idx="247">
                  <c:v>45335</c:v>
                </c:pt>
                <c:pt idx="248">
                  <c:v>45334</c:v>
                </c:pt>
              </c:numCache>
            </c:numRef>
          </c:cat>
          <c:val>
            <c:numRef>
              <c:f>Sheet1!$B$2:B$250</c:f>
              <c:numCache>
                <c:formatCode>0.00</c:formatCode>
                <c:ptCount val="249"/>
                <c:pt idx="0">
                  <c:v>58.45</c:v>
                </c:pt>
                <c:pt idx="1">
                  <c:v>57.83</c:v>
                </c:pt>
                <c:pt idx="2">
                  <c:v>57.43</c:v>
                </c:pt>
                <c:pt idx="3">
                  <c:v>56.12</c:v>
                </c:pt>
                <c:pt idx="4">
                  <c:v>57.41</c:v>
                </c:pt>
                <c:pt idx="5">
                  <c:v>57.99</c:v>
                </c:pt>
                <c:pt idx="6">
                  <c:v>58.41</c:v>
                </c:pt>
                <c:pt idx="7">
                  <c:v>57.13</c:v>
                </c:pt>
                <c:pt idx="8">
                  <c:v>56.91</c:v>
                </c:pt>
                <c:pt idx="9">
                  <c:v>58.33</c:v>
                </c:pt>
                <c:pt idx="10">
                  <c:v>57.42</c:v>
                </c:pt>
                <c:pt idx="11">
                  <c:v>56.96</c:v>
                </c:pt>
                <c:pt idx="12">
                  <c:v>56.31</c:v>
                </c:pt>
                <c:pt idx="13">
                  <c:v>57.6</c:v>
                </c:pt>
                <c:pt idx="14">
                  <c:v>57.86</c:v>
                </c:pt>
                <c:pt idx="15">
                  <c:v>58</c:v>
                </c:pt>
                <c:pt idx="16">
                  <c:v>56.64</c:v>
                </c:pt>
                <c:pt idx="17">
                  <c:v>57.1</c:v>
                </c:pt>
                <c:pt idx="18">
                  <c:v>56.17</c:v>
                </c:pt>
                <c:pt idx="19">
                  <c:v>56.25</c:v>
                </c:pt>
                <c:pt idx="20">
                  <c:v>58.29</c:v>
                </c:pt>
                <c:pt idx="21">
                  <c:v>58.29</c:v>
                </c:pt>
                <c:pt idx="22">
                  <c:v>58.22</c:v>
                </c:pt>
                <c:pt idx="23">
                  <c:v>59.86</c:v>
                </c:pt>
                <c:pt idx="24">
                  <c:v>59.5</c:v>
                </c:pt>
                <c:pt idx="25">
                  <c:v>59.73</c:v>
                </c:pt>
                <c:pt idx="26">
                  <c:v>59.56</c:v>
                </c:pt>
                <c:pt idx="27">
                  <c:v>60.21</c:v>
                </c:pt>
                <c:pt idx="28">
                  <c:v>59.85</c:v>
                </c:pt>
                <c:pt idx="29">
                  <c:v>60</c:v>
                </c:pt>
                <c:pt idx="30">
                  <c:v>59.28</c:v>
                </c:pt>
                <c:pt idx="31">
                  <c:v>59.39</c:v>
                </c:pt>
                <c:pt idx="32">
                  <c:v>59.27</c:v>
                </c:pt>
                <c:pt idx="33">
                  <c:v>60.02</c:v>
                </c:pt>
                <c:pt idx="34">
                  <c:v>61.34</c:v>
                </c:pt>
                <c:pt idx="35">
                  <c:v>61.49</c:v>
                </c:pt>
                <c:pt idx="36">
                  <c:v>61.93</c:v>
                </c:pt>
                <c:pt idx="37">
                  <c:v>62.63</c:v>
                </c:pt>
                <c:pt idx="38">
                  <c:v>63.12</c:v>
                </c:pt>
                <c:pt idx="39">
                  <c:v>61.75</c:v>
                </c:pt>
                <c:pt idx="40">
                  <c:v>61.44</c:v>
                </c:pt>
                <c:pt idx="41">
                  <c:v>62.86</c:v>
                </c:pt>
                <c:pt idx="42">
                  <c:v>63.24</c:v>
                </c:pt>
                <c:pt idx="43">
                  <c:v>63.27</c:v>
                </c:pt>
                <c:pt idx="44">
                  <c:v>64.81</c:v>
                </c:pt>
                <c:pt idx="45">
                  <c:v>65.23</c:v>
                </c:pt>
                <c:pt idx="46">
                  <c:v>64.95</c:v>
                </c:pt>
                <c:pt idx="47">
                  <c:v>65.06</c:v>
                </c:pt>
                <c:pt idx="48">
                  <c:v>64.88</c:v>
                </c:pt>
                <c:pt idx="49">
                  <c:v>64.94</c:v>
                </c:pt>
                <c:pt idx="50">
                  <c:v>64.400000000000006</c:v>
                </c:pt>
                <c:pt idx="51">
                  <c:v>64.790000000000006</c:v>
                </c:pt>
                <c:pt idx="52">
                  <c:v>64.42</c:v>
                </c:pt>
                <c:pt idx="53">
                  <c:v>63.87</c:v>
                </c:pt>
                <c:pt idx="54">
                  <c:v>63.84</c:v>
                </c:pt>
                <c:pt idx="55">
                  <c:v>64.489999999999995</c:v>
                </c:pt>
                <c:pt idx="56">
                  <c:v>65.56</c:v>
                </c:pt>
                <c:pt idx="57">
                  <c:v>66</c:v>
                </c:pt>
                <c:pt idx="58">
                  <c:v>66.52</c:v>
                </c:pt>
                <c:pt idx="59">
                  <c:v>66.099999999999994</c:v>
                </c:pt>
                <c:pt idx="60">
                  <c:v>66.2</c:v>
                </c:pt>
                <c:pt idx="61">
                  <c:v>65.72</c:v>
                </c:pt>
                <c:pt idx="62">
                  <c:v>66.37</c:v>
                </c:pt>
                <c:pt idx="63">
                  <c:v>69.05</c:v>
                </c:pt>
                <c:pt idx="64">
                  <c:v>68.36</c:v>
                </c:pt>
                <c:pt idx="65">
                  <c:v>68.510000000000005</c:v>
                </c:pt>
                <c:pt idx="66">
                  <c:v>68.48</c:v>
                </c:pt>
                <c:pt idx="67">
                  <c:v>69.790000000000006</c:v>
                </c:pt>
                <c:pt idx="68">
                  <c:v>69.150000000000006</c:v>
                </c:pt>
                <c:pt idx="69">
                  <c:v>69.540000000000006</c:v>
                </c:pt>
                <c:pt idx="70">
                  <c:v>69.23</c:v>
                </c:pt>
                <c:pt idx="71">
                  <c:v>69.95</c:v>
                </c:pt>
                <c:pt idx="72">
                  <c:v>70.56</c:v>
                </c:pt>
                <c:pt idx="73">
                  <c:v>71.349999999999994</c:v>
                </c:pt>
                <c:pt idx="74">
                  <c:v>70.430000000000007</c:v>
                </c:pt>
                <c:pt idx="75">
                  <c:v>71.58</c:v>
                </c:pt>
                <c:pt idx="76">
                  <c:v>71.12</c:v>
                </c:pt>
                <c:pt idx="77">
                  <c:v>71.91</c:v>
                </c:pt>
                <c:pt idx="78">
                  <c:v>71.8</c:v>
                </c:pt>
                <c:pt idx="79">
                  <c:v>70.53</c:v>
                </c:pt>
                <c:pt idx="80">
                  <c:v>70.66</c:v>
                </c:pt>
                <c:pt idx="81">
                  <c:v>71.14</c:v>
                </c:pt>
                <c:pt idx="82">
                  <c:v>71.05</c:v>
                </c:pt>
                <c:pt idx="83">
                  <c:v>70.849999999999994</c:v>
                </c:pt>
                <c:pt idx="84">
                  <c:v>71</c:v>
                </c:pt>
                <c:pt idx="85">
                  <c:v>71.510000000000005</c:v>
                </c:pt>
                <c:pt idx="86">
                  <c:v>71.16</c:v>
                </c:pt>
                <c:pt idx="87">
                  <c:v>72.28</c:v>
                </c:pt>
                <c:pt idx="88">
                  <c:v>72.989999999999995</c:v>
                </c:pt>
                <c:pt idx="89">
                  <c:v>73.67</c:v>
                </c:pt>
                <c:pt idx="90">
                  <c:v>74.2</c:v>
                </c:pt>
                <c:pt idx="91">
                  <c:v>74.319999999999993</c:v>
                </c:pt>
                <c:pt idx="92">
                  <c:v>74.06</c:v>
                </c:pt>
                <c:pt idx="93">
                  <c:v>74.16</c:v>
                </c:pt>
                <c:pt idx="94">
                  <c:v>74.569999999999993</c:v>
                </c:pt>
                <c:pt idx="95">
                  <c:v>74.28</c:v>
                </c:pt>
                <c:pt idx="96">
                  <c:v>74.78</c:v>
                </c:pt>
                <c:pt idx="97">
                  <c:v>75.05</c:v>
                </c:pt>
                <c:pt idx="98">
                  <c:v>75.099999999999994</c:v>
                </c:pt>
                <c:pt idx="99">
                  <c:v>75.53</c:v>
                </c:pt>
                <c:pt idx="100">
                  <c:v>75.260000000000005</c:v>
                </c:pt>
                <c:pt idx="101">
                  <c:v>74.38</c:v>
                </c:pt>
                <c:pt idx="102">
                  <c:v>74.349999999999994</c:v>
                </c:pt>
                <c:pt idx="103">
                  <c:v>75.13</c:v>
                </c:pt>
                <c:pt idx="104">
                  <c:v>75.709999999999994</c:v>
                </c:pt>
                <c:pt idx="105">
                  <c:v>75.31</c:v>
                </c:pt>
                <c:pt idx="106">
                  <c:v>75.069999999999993</c:v>
                </c:pt>
                <c:pt idx="107">
                  <c:v>75.27</c:v>
                </c:pt>
                <c:pt idx="108">
                  <c:v>72.25</c:v>
                </c:pt>
                <c:pt idx="109">
                  <c:v>71.81</c:v>
                </c:pt>
                <c:pt idx="110">
                  <c:v>70.73</c:v>
                </c:pt>
                <c:pt idx="111">
                  <c:v>71.25</c:v>
                </c:pt>
                <c:pt idx="112">
                  <c:v>71.25</c:v>
                </c:pt>
                <c:pt idx="113">
                  <c:v>71.39</c:v>
                </c:pt>
                <c:pt idx="114">
                  <c:v>71.23</c:v>
                </c:pt>
                <c:pt idx="115">
                  <c:v>70.83</c:v>
                </c:pt>
                <c:pt idx="116">
                  <c:v>71.099999999999994</c:v>
                </c:pt>
                <c:pt idx="117">
                  <c:v>70.98</c:v>
                </c:pt>
                <c:pt idx="118">
                  <c:v>70.89</c:v>
                </c:pt>
                <c:pt idx="119">
                  <c:v>70.12</c:v>
                </c:pt>
                <c:pt idx="120">
                  <c:v>70.28</c:v>
                </c:pt>
                <c:pt idx="121">
                  <c:v>71.2</c:v>
                </c:pt>
                <c:pt idx="122">
                  <c:v>70.34</c:v>
                </c:pt>
                <c:pt idx="123">
                  <c:v>69.28</c:v>
                </c:pt>
                <c:pt idx="124">
                  <c:v>69.72</c:v>
                </c:pt>
                <c:pt idx="125">
                  <c:v>70.28</c:v>
                </c:pt>
                <c:pt idx="126">
                  <c:v>69.42</c:v>
                </c:pt>
                <c:pt idx="127">
                  <c:v>68.459999999999994</c:v>
                </c:pt>
                <c:pt idx="128">
                  <c:v>69.010000000000005</c:v>
                </c:pt>
                <c:pt idx="129">
                  <c:v>70.680000000000007</c:v>
                </c:pt>
                <c:pt idx="130">
                  <c:v>68.31</c:v>
                </c:pt>
                <c:pt idx="131">
                  <c:v>68.349999999999994</c:v>
                </c:pt>
                <c:pt idx="132">
                  <c:v>67.05</c:v>
                </c:pt>
                <c:pt idx="133">
                  <c:v>67.099999999999994</c:v>
                </c:pt>
                <c:pt idx="134">
                  <c:v>66.42</c:v>
                </c:pt>
                <c:pt idx="135">
                  <c:v>66.39</c:v>
                </c:pt>
                <c:pt idx="136">
                  <c:v>66.400000000000006</c:v>
                </c:pt>
                <c:pt idx="137">
                  <c:v>66.010000000000005</c:v>
                </c:pt>
                <c:pt idx="138">
                  <c:v>66.540000000000006</c:v>
                </c:pt>
                <c:pt idx="139">
                  <c:v>66.45</c:v>
                </c:pt>
                <c:pt idx="140">
                  <c:v>66.92</c:v>
                </c:pt>
                <c:pt idx="141">
                  <c:v>67.12</c:v>
                </c:pt>
                <c:pt idx="142">
                  <c:v>65.83</c:v>
                </c:pt>
                <c:pt idx="143">
                  <c:v>64.349999999999994</c:v>
                </c:pt>
                <c:pt idx="144">
                  <c:v>65.36</c:v>
                </c:pt>
                <c:pt idx="145">
                  <c:v>65.319999999999993</c:v>
                </c:pt>
                <c:pt idx="146">
                  <c:v>65.930000000000007</c:v>
                </c:pt>
                <c:pt idx="147">
                  <c:v>65.239999999999995</c:v>
                </c:pt>
                <c:pt idx="148">
                  <c:v>66.16</c:v>
                </c:pt>
                <c:pt idx="149">
                  <c:v>66.98</c:v>
                </c:pt>
                <c:pt idx="150">
                  <c:v>66.34</c:v>
                </c:pt>
                <c:pt idx="151">
                  <c:v>66.03</c:v>
                </c:pt>
                <c:pt idx="152">
                  <c:v>65.239999999999995</c:v>
                </c:pt>
                <c:pt idx="153">
                  <c:v>65.44</c:v>
                </c:pt>
                <c:pt idx="154">
                  <c:v>66.599999999999994</c:v>
                </c:pt>
                <c:pt idx="155">
                  <c:v>66.64</c:v>
                </c:pt>
                <c:pt idx="156">
                  <c:v>67.849999999999994</c:v>
                </c:pt>
                <c:pt idx="157">
                  <c:v>68.42</c:v>
                </c:pt>
                <c:pt idx="158">
                  <c:v>66.510000000000005</c:v>
                </c:pt>
                <c:pt idx="159">
                  <c:v>66.06</c:v>
                </c:pt>
                <c:pt idx="160">
                  <c:v>66.17</c:v>
                </c:pt>
                <c:pt idx="161">
                  <c:v>66.08</c:v>
                </c:pt>
                <c:pt idx="162">
                  <c:v>65.849999999999994</c:v>
                </c:pt>
                <c:pt idx="163">
                  <c:v>66.099999999999994</c:v>
                </c:pt>
                <c:pt idx="164">
                  <c:v>66.099999999999994</c:v>
                </c:pt>
                <c:pt idx="165">
                  <c:v>67.58</c:v>
                </c:pt>
                <c:pt idx="166">
                  <c:v>67.3</c:v>
                </c:pt>
                <c:pt idx="167">
                  <c:v>67.81</c:v>
                </c:pt>
                <c:pt idx="168">
                  <c:v>68.19</c:v>
                </c:pt>
                <c:pt idx="169">
                  <c:v>67.98</c:v>
                </c:pt>
                <c:pt idx="170">
                  <c:v>68.09</c:v>
                </c:pt>
                <c:pt idx="171">
                  <c:v>67.349999999999994</c:v>
                </c:pt>
                <c:pt idx="172">
                  <c:v>68.53</c:v>
                </c:pt>
                <c:pt idx="173">
                  <c:v>67.89</c:v>
                </c:pt>
                <c:pt idx="174">
                  <c:v>66.930000000000007</c:v>
                </c:pt>
                <c:pt idx="175">
                  <c:v>67.569999999999993</c:v>
                </c:pt>
                <c:pt idx="176">
                  <c:v>68.3</c:v>
                </c:pt>
                <c:pt idx="177">
                  <c:v>68.849999999999994</c:v>
                </c:pt>
                <c:pt idx="178">
                  <c:v>70.22</c:v>
                </c:pt>
                <c:pt idx="179">
                  <c:v>70.66</c:v>
                </c:pt>
                <c:pt idx="180">
                  <c:v>70.27</c:v>
                </c:pt>
                <c:pt idx="181">
                  <c:v>71.23</c:v>
                </c:pt>
                <c:pt idx="182">
                  <c:v>71.92</c:v>
                </c:pt>
                <c:pt idx="183">
                  <c:v>71.33</c:v>
                </c:pt>
                <c:pt idx="184">
                  <c:v>71.930000000000007</c:v>
                </c:pt>
                <c:pt idx="185">
                  <c:v>71.760000000000005</c:v>
                </c:pt>
                <c:pt idx="186">
                  <c:v>71.2</c:v>
                </c:pt>
                <c:pt idx="187">
                  <c:v>70.2</c:v>
                </c:pt>
                <c:pt idx="188">
                  <c:v>70.430000000000007</c:v>
                </c:pt>
                <c:pt idx="189">
                  <c:v>70.89</c:v>
                </c:pt>
                <c:pt idx="190">
                  <c:v>69.930000000000007</c:v>
                </c:pt>
                <c:pt idx="191">
                  <c:v>69.89</c:v>
                </c:pt>
                <c:pt idx="192">
                  <c:v>70.5</c:v>
                </c:pt>
                <c:pt idx="193">
                  <c:v>70.69</c:v>
                </c:pt>
                <c:pt idx="194">
                  <c:v>71.94</c:v>
                </c:pt>
                <c:pt idx="195">
                  <c:v>71.83</c:v>
                </c:pt>
                <c:pt idx="196">
                  <c:v>70.61</c:v>
                </c:pt>
                <c:pt idx="197">
                  <c:v>70.8</c:v>
                </c:pt>
                <c:pt idx="198">
                  <c:v>71.31</c:v>
                </c:pt>
                <c:pt idx="199">
                  <c:v>70.75</c:v>
                </c:pt>
                <c:pt idx="200">
                  <c:v>69.41</c:v>
                </c:pt>
                <c:pt idx="201">
                  <c:v>68.11</c:v>
                </c:pt>
                <c:pt idx="202">
                  <c:v>67.17</c:v>
                </c:pt>
                <c:pt idx="203">
                  <c:v>66.510000000000005</c:v>
                </c:pt>
                <c:pt idx="204">
                  <c:v>65.98</c:v>
                </c:pt>
                <c:pt idx="205">
                  <c:v>65.87</c:v>
                </c:pt>
                <c:pt idx="206">
                  <c:v>66.69</c:v>
                </c:pt>
                <c:pt idx="207">
                  <c:v>66.78</c:v>
                </c:pt>
                <c:pt idx="208">
                  <c:v>66.680000000000007</c:v>
                </c:pt>
                <c:pt idx="209">
                  <c:v>67.86</c:v>
                </c:pt>
                <c:pt idx="210">
                  <c:v>67.599999999999994</c:v>
                </c:pt>
                <c:pt idx="211">
                  <c:v>67.989999999999995</c:v>
                </c:pt>
                <c:pt idx="212">
                  <c:v>68.209999999999994</c:v>
                </c:pt>
                <c:pt idx="213">
                  <c:v>67.97</c:v>
                </c:pt>
                <c:pt idx="214">
                  <c:v>69.260000000000005</c:v>
                </c:pt>
                <c:pt idx="215">
                  <c:v>69.760000000000005</c:v>
                </c:pt>
                <c:pt idx="216">
                  <c:v>70</c:v>
                </c:pt>
                <c:pt idx="217">
                  <c:v>70.099999999999994</c:v>
                </c:pt>
                <c:pt idx="218">
                  <c:v>70.040000000000006</c:v>
                </c:pt>
                <c:pt idx="219">
                  <c:v>70.849999999999994</c:v>
                </c:pt>
                <c:pt idx="220">
                  <c:v>72.400000000000006</c:v>
                </c:pt>
                <c:pt idx="221">
                  <c:v>72.209999999999994</c:v>
                </c:pt>
                <c:pt idx="222">
                  <c:v>71.87</c:v>
                </c:pt>
                <c:pt idx="223">
                  <c:v>72.25</c:v>
                </c:pt>
                <c:pt idx="224">
                  <c:v>71.31</c:v>
                </c:pt>
                <c:pt idx="225">
                  <c:v>70.75</c:v>
                </c:pt>
                <c:pt idx="226">
                  <c:v>70.959999999999994</c:v>
                </c:pt>
                <c:pt idx="227">
                  <c:v>71.489999999999995</c:v>
                </c:pt>
                <c:pt idx="228">
                  <c:v>71.739999999999995</c:v>
                </c:pt>
                <c:pt idx="229">
                  <c:v>72.400000000000006</c:v>
                </c:pt>
                <c:pt idx="230">
                  <c:v>71.849999999999994</c:v>
                </c:pt>
                <c:pt idx="231">
                  <c:v>71</c:v>
                </c:pt>
                <c:pt idx="232">
                  <c:v>71.62</c:v>
                </c:pt>
                <c:pt idx="233">
                  <c:v>70.84</c:v>
                </c:pt>
                <c:pt idx="234">
                  <c:v>71.510000000000005</c:v>
                </c:pt>
                <c:pt idx="235">
                  <c:v>72.37</c:v>
                </c:pt>
                <c:pt idx="236">
                  <c:v>73.069999999999993</c:v>
                </c:pt>
                <c:pt idx="237">
                  <c:v>73.19</c:v>
                </c:pt>
                <c:pt idx="238">
                  <c:v>73.13</c:v>
                </c:pt>
                <c:pt idx="239">
                  <c:v>73.290000000000006</c:v>
                </c:pt>
                <c:pt idx="240">
                  <c:v>73.98</c:v>
                </c:pt>
                <c:pt idx="241">
                  <c:v>74.13</c:v>
                </c:pt>
                <c:pt idx="242">
                  <c:v>73.8</c:v>
                </c:pt>
                <c:pt idx="243">
                  <c:v>73.19</c:v>
                </c:pt>
                <c:pt idx="244">
                  <c:v>71.98</c:v>
                </c:pt>
                <c:pt idx="245">
                  <c:v>71.61</c:v>
                </c:pt>
                <c:pt idx="246">
                  <c:v>71.41</c:v>
                </c:pt>
                <c:pt idx="247">
                  <c:v>71.98</c:v>
                </c:pt>
                <c:pt idx="248">
                  <c:v>73.5</c:v>
                </c:pt>
              </c:numCache>
            </c:numRef>
          </c:val>
          <c:smooth val="0"/>
      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      <c:ext xmlns:c16="http://schemas.microsoft.com/office/drawing/2014/chart" uri="{C3380CC4-5D6E-409C-BE32-E72D297353CC}">
              <c16:uniqueId val="{00000000-630D-4996-A66F-02A653EBE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808959"/>
        <c:axId val="73814367"/>
      </c:lineChart>
      <c:dateAx>
        <c:axId val="73808959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14367"/>
        <c:crosses val="autoZero"/>
        <c:auto val="0"/>
        <c:lblOffset val="100"/>
        <c:baseTimeUnit val="days"/>
        <c:majorUnit val="89"/>
        <c:majorTimeUnit val="days"/>
      </c:dateAx>
      <c:valAx>
        <c:axId val="73814367"/>
        <c:scaling>
          <c:orientation val="minMax"/>
        </c:scaling>
        <c:delete val="0"/>
        <c:axPos val="l"/>
        <c:numFmt formatCode="&quot;$&quot;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08959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gap"/>
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103A4-132C-437B-87CE-59E9376D6676}" type="datetimeFigureOut">
              <a:rPr lang="en-GB" smtClean="0"/>
              <a:t>21/04/2025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889C0-953D-4405-8D21-2856DB2C4B67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3573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0CED8-C221-4CA0-ADC7-1B7B12B89A2C}" type="datetimeFigureOut">
              <a:rPr lang="fr-FR" smtClean="0"/>
              <a:t>21/04/2025</a:t>
            </a:fld>
            <a:endParaRPr lang="fr-F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D8325E-387E-46F8-9FE5-1C7DA48835E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1259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Fro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8691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0657E56B-B352-4427-9D11-63B4FAD16C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867835" y="5691479"/>
            <a:ext cx="3868936" cy="29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C:\Users\ChristineB\Seenk-D\BNPP\2015-02\PPT_43-06.png">
            <a:extLst>
              <a:ext uri="{FF2B5EF4-FFF2-40B4-BE49-F238E27FC236}">
                <a16:creationId xmlns:a16="http://schemas.microsoft.com/office/drawing/2014/main" id="{1A4CE025-7FFB-4F82-92AC-4BB6925F70F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56771" y="5429352"/>
            <a:ext cx="3946152" cy="81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CD9DF9B-48F6-4804-9648-3393C38E19C6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225DB5B-FD8C-4A39-BF23-6C198FEF621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D87119-6D25-44E0-A8E6-3B0C872E1CD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978E1D21-27DA-44A6-9A48-62B73523A4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6771" y="478826"/>
            <a:ext cx="7104789" cy="1334676"/>
          </a:xfrm>
        </p:spPr>
        <p:txBody>
          <a:bodyPr lIns="0" tIns="0" rIns="0" bIns="0" anchor="t">
            <a:noAutofit/>
          </a:bodyPr>
          <a:lstStyle>
            <a:lvl1pPr algn="l"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[Presentation title]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6771" y="1842029"/>
            <a:ext cx="7104789" cy="432000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530" cap="none" baseline="0">
                <a:latin typeface="+mj-lt"/>
              </a:defRPr>
            </a:lvl1pPr>
            <a:lvl2pPr marL="457232" indent="0" algn="ctr">
              <a:buNone/>
              <a:defRPr sz="2000"/>
            </a:lvl2pPr>
            <a:lvl3pPr marL="914462" indent="0" algn="ctr">
              <a:buNone/>
              <a:defRPr sz="1799"/>
            </a:lvl3pPr>
            <a:lvl4pPr marL="1371695" indent="0" algn="ctr">
              <a:buNone/>
              <a:defRPr sz="1600"/>
            </a:lvl4pPr>
            <a:lvl5pPr marL="1828927" indent="0" algn="ctr">
              <a:buNone/>
              <a:defRPr sz="1600"/>
            </a:lvl5pPr>
            <a:lvl6pPr marL="2286159" indent="0" algn="ctr">
              <a:buNone/>
              <a:defRPr sz="1600"/>
            </a:lvl6pPr>
            <a:lvl7pPr marL="2743390" indent="0" algn="ctr">
              <a:buNone/>
              <a:defRPr sz="1600"/>
            </a:lvl7pPr>
            <a:lvl8pPr marL="3200622" indent="0" algn="ctr">
              <a:buNone/>
              <a:defRPr sz="1600"/>
            </a:lvl8pPr>
            <a:lvl9pPr marL="3657854" indent="0" algn="ctr">
              <a:buNone/>
              <a:defRPr sz="1600"/>
            </a:lvl9pPr>
          </a:lstStyle>
          <a:p>
            <a:r>
              <a:rPr lang="en-GB" dirty="0"/>
              <a:t>Subtitle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58480-32D5-4715-99F6-5448FDC44C84}"/>
              </a:ext>
            </a:extLst>
          </p:cNvPr>
          <p:cNvSpPr/>
          <p:nvPr userDrawn="1"/>
        </p:nvSpPr>
        <p:spPr>
          <a:xfrm>
            <a:off x="1417356" y="4042834"/>
            <a:ext cx="3287929" cy="1207029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120000" rIns="121920" bIns="12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333" dirty="0">
              <a:solidFill>
                <a:schemeClr val="accent5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572426" y="4154571"/>
            <a:ext cx="2854325" cy="259671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AUTHOR’S NAME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1573213" y="4506913"/>
            <a:ext cx="2854325" cy="269279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BUSINESS LINE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6" hasCustomPrompt="1"/>
          </p:nvPr>
        </p:nvSpPr>
        <p:spPr>
          <a:xfrm>
            <a:off x="1573213" y="4868863"/>
            <a:ext cx="2854325" cy="288329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006663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ro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1FAF3CA-8A21-46B7-8004-4A9EFD16A2B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" y="3"/>
            <a:ext cx="12196985" cy="483023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69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None/>
              <a:tabLst/>
              <a:defRPr sz="1200" b="1" baseline="0">
                <a:solidFill>
                  <a:schemeClr val="bg2"/>
                </a:solidFill>
              </a:defRPr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0657E56B-B352-4427-9D11-63B4FAD16C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867835" y="5691479"/>
            <a:ext cx="3868936" cy="29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C:\Users\ChristineB\Seenk-D\BNPP\2015-02\PPT_43-06.png">
            <a:extLst>
              <a:ext uri="{FF2B5EF4-FFF2-40B4-BE49-F238E27FC236}">
                <a16:creationId xmlns:a16="http://schemas.microsoft.com/office/drawing/2014/main" id="{1A4CE025-7FFB-4F82-92AC-4BB6925F70F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56771" y="5429352"/>
            <a:ext cx="3946152" cy="81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CD9DF9B-48F6-4804-9648-3393C38E19C6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225DB5B-FD8C-4A39-BF23-6C198FEF621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D87119-6D25-44E0-A8E6-3B0C872E1CD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978E1D21-27DA-44A6-9A48-62B73523A4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6771" y="478826"/>
            <a:ext cx="7104789" cy="1334676"/>
          </a:xfrm>
        </p:spPr>
        <p:txBody>
          <a:bodyPr lIns="0" tIns="0" rIns="0" bIns="0" anchor="t">
            <a:noAutofit/>
          </a:bodyPr>
          <a:lstStyle>
            <a:lvl1pPr algn="l"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[Presentation title]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6771" y="1842029"/>
            <a:ext cx="7104789" cy="432000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530" cap="none" baseline="0">
                <a:latin typeface="+mj-lt"/>
              </a:defRPr>
            </a:lvl1pPr>
            <a:lvl2pPr marL="457232" indent="0" algn="ctr">
              <a:buNone/>
              <a:defRPr sz="2000"/>
            </a:lvl2pPr>
            <a:lvl3pPr marL="914462" indent="0" algn="ctr">
              <a:buNone/>
              <a:defRPr sz="1799"/>
            </a:lvl3pPr>
            <a:lvl4pPr marL="1371695" indent="0" algn="ctr">
              <a:buNone/>
              <a:defRPr sz="1600"/>
            </a:lvl4pPr>
            <a:lvl5pPr marL="1828927" indent="0" algn="ctr">
              <a:buNone/>
              <a:defRPr sz="1600"/>
            </a:lvl5pPr>
            <a:lvl6pPr marL="2286159" indent="0" algn="ctr">
              <a:buNone/>
              <a:defRPr sz="1600"/>
            </a:lvl6pPr>
            <a:lvl7pPr marL="2743390" indent="0" algn="ctr">
              <a:buNone/>
              <a:defRPr sz="1600"/>
            </a:lvl7pPr>
            <a:lvl8pPr marL="3200622" indent="0" algn="ctr">
              <a:buNone/>
              <a:defRPr sz="1600"/>
            </a:lvl8pPr>
            <a:lvl9pPr marL="3657854" indent="0" algn="ctr">
              <a:buNone/>
              <a:defRPr sz="1600"/>
            </a:lvl9pPr>
          </a:lstStyle>
          <a:p>
            <a:r>
              <a:rPr lang="en-GB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244572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7A3B5C-094F-459D-9DFA-891923BC2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635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 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7A3B5C-094F-459D-9DFA-891923BC2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Vertical Text Placeholder 2">
            <a:extLst>
              <a:ext uri="{FF2B5EF4-FFF2-40B4-BE49-F238E27FC236}">
                <a16:creationId xmlns:a16="http://schemas.microsoft.com/office/drawing/2014/main" id="{E291AEEF-FD47-19C0-FAEB-880F5C01C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0293" y="1217424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029F38-020D-8D62-2633-FC8E201DE7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0293" y="869763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Vertical Text Placeholder 2">
            <a:extLst>
              <a:ext uri="{FF2B5EF4-FFF2-40B4-BE49-F238E27FC236}">
                <a16:creationId xmlns:a16="http://schemas.microsoft.com/office/drawing/2014/main" id="{7FD8DBC8-B140-E39E-D7DA-DBFA7C83F28D}"/>
              </a:ext>
            </a:extLst>
          </p:cNvPr>
          <p:cNvSpPr>
            <a:spLocks noGrp="1"/>
          </p:cNvSpPr>
          <p:nvPr>
            <p:ph type="body" orient="vert" idx="21"/>
          </p:nvPr>
        </p:nvSpPr>
        <p:spPr>
          <a:xfrm>
            <a:off x="4370400" y="1217423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Vertical Text Placeholder 2">
            <a:extLst>
              <a:ext uri="{FF2B5EF4-FFF2-40B4-BE49-F238E27FC236}">
                <a16:creationId xmlns:a16="http://schemas.microsoft.com/office/drawing/2014/main" id="{83FA3284-B355-025A-0CED-11FB18528C1B}"/>
              </a:ext>
            </a:extLst>
          </p:cNvPr>
          <p:cNvSpPr>
            <a:spLocks noGrp="1"/>
          </p:cNvSpPr>
          <p:nvPr>
            <p:ph type="body" orient="vert" idx="22"/>
          </p:nvPr>
        </p:nvSpPr>
        <p:spPr>
          <a:xfrm>
            <a:off x="8280507" y="1217423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FEA83DD-C20F-B6C9-D9E3-2102DD4397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70400" y="869763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3DB5375-4D5B-F66C-2C0F-D1D666E84F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80507" y="869763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Vertical Text Placeholder 2">
            <a:extLst>
              <a:ext uri="{FF2B5EF4-FFF2-40B4-BE49-F238E27FC236}">
                <a16:creationId xmlns:a16="http://schemas.microsoft.com/office/drawing/2014/main" id="{16E9FF11-D688-4CF2-8112-A3650C5AD7CF}"/>
              </a:ext>
            </a:extLst>
          </p:cNvPr>
          <p:cNvSpPr>
            <a:spLocks noGrp="1"/>
          </p:cNvSpPr>
          <p:nvPr>
            <p:ph type="body" orient="vert" idx="25"/>
          </p:nvPr>
        </p:nvSpPr>
        <p:spPr>
          <a:xfrm>
            <a:off x="460293" y="3029133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2FF2E7B-CC5E-9D63-6EDC-AD2E3B7B67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0293" y="2681472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Vertical Text Placeholder 2">
            <a:extLst>
              <a:ext uri="{FF2B5EF4-FFF2-40B4-BE49-F238E27FC236}">
                <a16:creationId xmlns:a16="http://schemas.microsoft.com/office/drawing/2014/main" id="{9F780567-5495-1852-19EF-FEC80FB116C2}"/>
              </a:ext>
            </a:extLst>
          </p:cNvPr>
          <p:cNvSpPr>
            <a:spLocks noGrp="1"/>
          </p:cNvSpPr>
          <p:nvPr>
            <p:ph type="body" orient="vert" idx="27"/>
          </p:nvPr>
        </p:nvSpPr>
        <p:spPr>
          <a:xfrm>
            <a:off x="4370400" y="3029132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Vertical Text Placeholder 2">
            <a:extLst>
              <a:ext uri="{FF2B5EF4-FFF2-40B4-BE49-F238E27FC236}">
                <a16:creationId xmlns:a16="http://schemas.microsoft.com/office/drawing/2014/main" id="{D36CF65B-F8B3-1D9F-4AB9-FBC5BC4DB10E}"/>
              </a:ext>
            </a:extLst>
          </p:cNvPr>
          <p:cNvSpPr>
            <a:spLocks noGrp="1"/>
          </p:cNvSpPr>
          <p:nvPr>
            <p:ph type="body" orient="vert" idx="28"/>
          </p:nvPr>
        </p:nvSpPr>
        <p:spPr>
          <a:xfrm>
            <a:off x="8280507" y="3029132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FCF0D24-C272-4363-7FEA-942A64B55CA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70400" y="2681472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F5D5814-AEE0-6A0B-3293-DEF7B6B736F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80507" y="2681472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Vertical Text Placeholder 2">
            <a:extLst>
              <a:ext uri="{FF2B5EF4-FFF2-40B4-BE49-F238E27FC236}">
                <a16:creationId xmlns:a16="http://schemas.microsoft.com/office/drawing/2014/main" id="{CC985EF2-DDC5-E078-E061-07076D17D933}"/>
              </a:ext>
            </a:extLst>
          </p:cNvPr>
          <p:cNvSpPr>
            <a:spLocks noGrp="1"/>
          </p:cNvSpPr>
          <p:nvPr>
            <p:ph type="body" orient="vert" idx="31"/>
          </p:nvPr>
        </p:nvSpPr>
        <p:spPr>
          <a:xfrm>
            <a:off x="460293" y="4826811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B3478A9-C4C0-491B-EDDC-1C4D380C3C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0293" y="4479150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Vertical Text Placeholder 2">
            <a:extLst>
              <a:ext uri="{FF2B5EF4-FFF2-40B4-BE49-F238E27FC236}">
                <a16:creationId xmlns:a16="http://schemas.microsoft.com/office/drawing/2014/main" id="{AB07A9A4-F09C-54AF-1B5D-D2C2370513E3}"/>
              </a:ext>
            </a:extLst>
          </p:cNvPr>
          <p:cNvSpPr>
            <a:spLocks noGrp="1"/>
          </p:cNvSpPr>
          <p:nvPr>
            <p:ph type="body" orient="vert" idx="33"/>
          </p:nvPr>
        </p:nvSpPr>
        <p:spPr>
          <a:xfrm>
            <a:off x="4370400" y="4826810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Vertical Text Placeholder 2">
            <a:extLst>
              <a:ext uri="{FF2B5EF4-FFF2-40B4-BE49-F238E27FC236}">
                <a16:creationId xmlns:a16="http://schemas.microsoft.com/office/drawing/2014/main" id="{B6E4838B-12DF-E621-A4CF-094D0BB0217B}"/>
              </a:ext>
            </a:extLst>
          </p:cNvPr>
          <p:cNvSpPr>
            <a:spLocks noGrp="1"/>
          </p:cNvSpPr>
          <p:nvPr>
            <p:ph type="body" orient="vert" idx="34"/>
          </p:nvPr>
        </p:nvSpPr>
        <p:spPr>
          <a:xfrm>
            <a:off x="8280507" y="4826810"/>
            <a:ext cx="3474720" cy="1280160"/>
          </a:xfrm>
          <a:noFill/>
        </p:spPr>
        <p:txBody>
          <a:bodyPr vert="horz" lIns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9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/>
            </a:lvl4pPr>
            <a:lvl5pPr>
              <a:spcBef>
                <a:spcPts val="200"/>
              </a:spcBef>
              <a:spcAft>
                <a:spcPts val="200"/>
              </a:spcAft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5993CCB-30F0-68BF-44B5-8B7E21AFD4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70400" y="4479150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E945A34-FB58-AC59-4ED4-C56F7E086AF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0507" y="4479150"/>
            <a:ext cx="3474720" cy="320040"/>
          </a:xfrm>
          <a:noFill/>
        </p:spPr>
        <p:txBody>
          <a:bodyPr lIns="0" anchor="ctr">
            <a:noAutofit/>
          </a:bodyPr>
          <a:lstStyle>
            <a:lvl1pPr marL="0" indent="0">
              <a:buNone/>
              <a:defRPr sz="1200" b="1" baseline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264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9B51FD2-FBA8-44B1-AA65-C3250924D2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000" y="871200"/>
            <a:ext cx="11280000" cy="468000"/>
          </a:xfrm>
        </p:spPr>
        <p:txBody>
          <a:bodyPr/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400" b="1"/>
            </a:lvl1pPr>
            <a:lvl2pPr marL="0" indent="0">
              <a:buNone/>
              <a:defRPr sz="1400" b="1"/>
            </a:lvl2pPr>
            <a:lvl3pPr marL="0" indent="0">
              <a:buNone/>
              <a:defRPr sz="1400" b="1"/>
            </a:lvl3pPr>
            <a:lvl4pPr marL="0" indent="0">
              <a:buNone/>
              <a:defRPr sz="1400" b="1"/>
            </a:lvl4pPr>
            <a:lvl5pPr marL="0" indent="0">
              <a:buNone/>
              <a:defRPr sz="1400" b="1"/>
            </a:lvl5pPr>
            <a:lvl6pPr marL="0" indent="0">
              <a:buNone/>
              <a:defRPr sz="1400" b="1"/>
            </a:lvl6pPr>
            <a:lvl7pPr marL="0" indent="0">
              <a:buNone/>
              <a:defRPr sz="1400" b="1"/>
            </a:lvl7pPr>
            <a:lvl8pPr marL="0" indent="0">
              <a:buNone/>
              <a:defRPr sz="1400" b="1"/>
            </a:lvl8pPr>
            <a:lvl9pPr marL="0" indent="0">
              <a:buNone/>
              <a:defRPr sz="1400" b="1"/>
            </a:lvl9pPr>
          </a:lstStyle>
          <a:p>
            <a:pPr marL="211021" marR="0" lvl="0" indent="-211021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tabLst/>
              <a:defRPr/>
            </a:pPr>
            <a:r>
              <a:rPr lang="en-GB" noProof="0" dirty="0"/>
              <a:t>[Subtitle / Key messages]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B2C7C4A-AF68-410B-AB5B-F2E2FE32F4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633538"/>
            <a:ext cx="183600" cy="4176712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0E90931-B523-4FA2-B4D4-0D475604C5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3DEC7335-8E82-4508-801E-8789D067161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56000" y="1633538"/>
            <a:ext cx="11088300" cy="4176712"/>
          </a:xfrm>
        </p:spPr>
        <p:txBody>
          <a:bodyPr/>
          <a:lstStyle>
            <a:lvl4pPr marL="665385" indent="0">
              <a:buNone/>
              <a:defRPr/>
            </a:lvl4pPr>
            <a:lvl5pPr>
              <a:defRPr/>
            </a:lvl5pPr>
            <a:lvl6pPr marL="1320093" indent="0">
              <a:buNone/>
              <a:defRPr/>
            </a:lvl6pPr>
          </a:lstStyle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	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9E23A0-51AC-408A-BAED-10BEDB8C5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047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6DF61446-3410-44C9-83B4-725938601D2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56000" y="1645452"/>
            <a:ext cx="11088300" cy="4152272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2E225D-EAED-40C5-9B9D-3D1B514AEB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633538"/>
            <a:ext cx="183600" cy="4176712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3CCD960-106B-4387-82D0-B2A03021E8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3666651A-3820-483B-A4DF-525E02795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7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445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1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80362B5A-188C-4FDA-9BF6-0E08F1D13CF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56000" y="1892300"/>
            <a:ext cx="11088300" cy="391795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782D7C-DBE4-4B2B-A6F5-C9C879D6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1FF4B90-A158-456B-A788-44E0B55FF3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892300"/>
            <a:ext cx="183600" cy="3917950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9C10CE9-E2C4-4363-93A3-34D9AD140F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F64BFB2-0D64-4D37-84BD-2C1A6300DF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000" y="871200"/>
            <a:ext cx="11280000" cy="468000"/>
          </a:xfrm>
        </p:spPr>
        <p:txBody>
          <a:bodyPr/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400" b="1"/>
            </a:lvl1pPr>
            <a:lvl2pPr marL="0" indent="0">
              <a:buNone/>
              <a:defRPr sz="1400" b="1"/>
            </a:lvl2pPr>
            <a:lvl3pPr marL="0" indent="0">
              <a:buNone/>
              <a:defRPr sz="1400" b="1"/>
            </a:lvl3pPr>
            <a:lvl4pPr marL="0" indent="0">
              <a:buNone/>
              <a:defRPr sz="1400" b="1"/>
            </a:lvl4pPr>
            <a:lvl5pPr marL="0" indent="0">
              <a:buNone/>
              <a:defRPr sz="1400" b="1"/>
            </a:lvl5pPr>
            <a:lvl6pPr marL="0" indent="0">
              <a:buNone/>
              <a:defRPr sz="1400" b="1"/>
            </a:lvl6pPr>
            <a:lvl7pPr marL="0" indent="0">
              <a:buNone/>
              <a:defRPr sz="1400" b="1"/>
            </a:lvl7pPr>
            <a:lvl8pPr marL="0" indent="0">
              <a:buNone/>
              <a:defRPr sz="1400" b="1"/>
            </a:lvl8pPr>
            <a:lvl9pPr marL="0" indent="0">
              <a:buNone/>
              <a:defRPr sz="1400" b="1"/>
            </a:lvl9pPr>
          </a:lstStyle>
          <a:p>
            <a:pPr marL="211021" marR="0" lvl="0" indent="-211021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tabLst/>
              <a:defRPr/>
            </a:pPr>
            <a:r>
              <a:rPr lang="en-GB" noProof="0" dirty="0"/>
              <a:t>[Subtitle / Key messages]</a:t>
            </a:r>
          </a:p>
        </p:txBody>
      </p:sp>
      <p:cxnSp>
        <p:nvCxnSpPr>
          <p:cNvPr id="8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930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2 squa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E899CB-FB55-4ED4-BA69-9193CE8EB2BB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6000" y="1892300"/>
            <a:ext cx="11088300" cy="176400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0A67398-BCC4-48B9-99D6-C3F91A90B40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56000" y="4049501"/>
            <a:ext cx="11088300" cy="176400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52ACE9-7F1A-4F97-BA07-2C001E558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795DD83-B036-43F2-A118-E271136B93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171F6D8-4C6D-4DAB-B8FF-6F93260914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892300"/>
            <a:ext cx="183600" cy="3917950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5429714-E47F-42C5-97D7-2263EE4CC4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000" y="871200"/>
            <a:ext cx="11280000" cy="468000"/>
          </a:xfrm>
        </p:spPr>
        <p:txBody>
          <a:bodyPr/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400" b="1"/>
            </a:lvl1pPr>
            <a:lvl2pPr marL="0" indent="0">
              <a:buNone/>
              <a:defRPr sz="1400" b="1"/>
            </a:lvl2pPr>
            <a:lvl3pPr marL="0" indent="0">
              <a:buNone/>
              <a:defRPr sz="1400" b="1"/>
            </a:lvl3pPr>
            <a:lvl4pPr marL="0" indent="0">
              <a:buNone/>
              <a:defRPr sz="1400" b="1"/>
            </a:lvl4pPr>
            <a:lvl5pPr marL="0" indent="0">
              <a:buNone/>
              <a:defRPr sz="1400" b="1"/>
            </a:lvl5pPr>
            <a:lvl6pPr marL="0" indent="0">
              <a:buNone/>
              <a:defRPr sz="1400" b="1"/>
            </a:lvl6pPr>
            <a:lvl7pPr marL="0" indent="0">
              <a:buNone/>
              <a:defRPr sz="1400" b="1"/>
            </a:lvl7pPr>
            <a:lvl8pPr marL="0" indent="0">
              <a:buNone/>
              <a:defRPr sz="1400" b="1"/>
            </a:lvl8pPr>
            <a:lvl9pPr marL="0" indent="0">
              <a:buNone/>
              <a:defRPr sz="1400" b="1"/>
            </a:lvl9pPr>
          </a:lstStyle>
          <a:p>
            <a:pPr marL="211021" marR="0" lvl="0" indent="-211021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tabLst/>
              <a:defRPr/>
            </a:pPr>
            <a:r>
              <a:rPr lang="en-GB" noProof="0" dirty="0"/>
              <a:t>[Subtitle / Key messages]</a:t>
            </a:r>
          </a:p>
        </p:txBody>
      </p:sp>
      <p:cxnSp>
        <p:nvCxnSpPr>
          <p:cNvPr id="10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6388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ubtitle 2 squa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E899CB-FB55-4ED4-BA69-9193CE8EB2BB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-1" y="1484784"/>
            <a:ext cx="5951985" cy="1377550"/>
          </a:xfrm>
          <a:noFill/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0A67398-BCC4-48B9-99D6-C3F91A90B40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56000" y="3068960"/>
            <a:ext cx="11088300" cy="2744541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52ACE9-7F1A-4F97-BA07-2C001E558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795DD83-B036-43F2-A118-E271136B93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171F6D8-4C6D-4DAB-B8FF-6F93260914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892300"/>
            <a:ext cx="183600" cy="3917950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5429714-E47F-42C5-97D7-2263EE4CC4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000" y="871200"/>
            <a:ext cx="11280000" cy="468000"/>
          </a:xfrm>
        </p:spPr>
        <p:txBody>
          <a:bodyPr/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400" b="1"/>
            </a:lvl1pPr>
            <a:lvl2pPr marL="0" indent="0">
              <a:buNone/>
              <a:defRPr sz="1400" b="1"/>
            </a:lvl2pPr>
            <a:lvl3pPr marL="0" indent="0">
              <a:buNone/>
              <a:defRPr sz="1400" b="1"/>
            </a:lvl3pPr>
            <a:lvl4pPr marL="0" indent="0">
              <a:buNone/>
              <a:defRPr sz="1400" b="1"/>
            </a:lvl4pPr>
            <a:lvl5pPr marL="0" indent="0">
              <a:buNone/>
              <a:defRPr sz="1400" b="1"/>
            </a:lvl5pPr>
            <a:lvl6pPr marL="0" indent="0">
              <a:buNone/>
              <a:defRPr sz="1400" b="1"/>
            </a:lvl6pPr>
            <a:lvl7pPr marL="0" indent="0">
              <a:buNone/>
              <a:defRPr sz="1400" b="1"/>
            </a:lvl7pPr>
            <a:lvl8pPr marL="0" indent="0">
              <a:buNone/>
              <a:defRPr sz="1400" b="1"/>
            </a:lvl8pPr>
            <a:lvl9pPr marL="0" indent="0">
              <a:buNone/>
              <a:defRPr sz="1400" b="1"/>
            </a:lvl9pPr>
          </a:lstStyle>
          <a:p>
            <a:pPr marL="211021" marR="0" lvl="0" indent="-211021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tabLst/>
              <a:defRPr/>
            </a:pPr>
            <a:r>
              <a:rPr lang="en-GB" noProof="0" dirty="0"/>
              <a:t>[Subtitle / Key messages]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EE899CB-FB55-4ED4-BA69-9193CE8EB2BB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5951985" y="1484784"/>
            <a:ext cx="6240016" cy="1377550"/>
          </a:xfrm>
          <a:noFill/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cxnSp>
        <p:nvCxnSpPr>
          <p:cNvPr id="10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5789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2 square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2041BCB-F408-4D52-ACBC-C91422CB9DB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5999" y="1892300"/>
            <a:ext cx="5364000" cy="391795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29BB89C4-9C47-44B6-8F23-43636E4D79CC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180524" y="1892300"/>
            <a:ext cx="5364000" cy="391795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D53A03-671E-4C43-9F85-8B8684B00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833CF1A-EC36-4170-B1D3-2647111574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F930D09-AD5C-4C57-AF47-2316937115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892300"/>
            <a:ext cx="183600" cy="3917950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6F0ADF-A67F-4E58-A6E1-621F6E6C5F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000" y="871200"/>
            <a:ext cx="11280000" cy="468000"/>
          </a:xfrm>
        </p:spPr>
        <p:txBody>
          <a:bodyPr/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400" b="1"/>
            </a:lvl1pPr>
            <a:lvl2pPr marL="0" indent="0">
              <a:buNone/>
              <a:defRPr sz="1400" b="1"/>
            </a:lvl2pPr>
            <a:lvl3pPr marL="0" indent="0">
              <a:buNone/>
              <a:defRPr sz="1400" b="1"/>
            </a:lvl3pPr>
            <a:lvl4pPr marL="0" indent="0">
              <a:buNone/>
              <a:defRPr sz="1400" b="1"/>
            </a:lvl4pPr>
            <a:lvl5pPr marL="0" indent="0">
              <a:buNone/>
              <a:defRPr sz="1400" b="1"/>
            </a:lvl5pPr>
            <a:lvl6pPr marL="0" indent="0">
              <a:buNone/>
              <a:defRPr sz="1400" b="1"/>
            </a:lvl6pPr>
            <a:lvl7pPr marL="0" indent="0">
              <a:buNone/>
              <a:defRPr sz="1400" b="1"/>
            </a:lvl7pPr>
            <a:lvl8pPr marL="0" indent="0">
              <a:buNone/>
              <a:defRPr sz="1400" b="1"/>
            </a:lvl8pPr>
            <a:lvl9pPr marL="0" indent="0">
              <a:buNone/>
              <a:defRPr sz="1400" b="1"/>
            </a:lvl9pPr>
          </a:lstStyle>
          <a:p>
            <a:pPr marL="211021" marR="0" lvl="0" indent="-211021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tabLst/>
              <a:defRPr/>
            </a:pPr>
            <a:r>
              <a:rPr lang="en-GB" noProof="0" dirty="0"/>
              <a:t>[Subtitle / Key messages]</a:t>
            </a:r>
          </a:p>
        </p:txBody>
      </p:sp>
      <p:cxnSp>
        <p:nvCxnSpPr>
          <p:cNvPr id="9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4774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4 squa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7468C4-4847-4FCA-8637-14879A2B10D8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455999" y="1892300"/>
            <a:ext cx="5364000" cy="176400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F2C9F14-246C-4BD9-B62F-8FF3FC41155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180524" y="1892300"/>
            <a:ext cx="5364000" cy="176400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93AF252-1334-41BF-8087-C366EEEC3AF7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55999" y="4049501"/>
            <a:ext cx="5364000" cy="176400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C034B27-1866-4536-B579-7E9538FA9DF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180524" y="4049501"/>
            <a:ext cx="5364000" cy="1764000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0037C-6A8F-4C65-94D1-59402B31F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DDF1924-DDD9-45C9-A47D-44A0B6528B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7CFE0D-BC64-4549-8D02-E6CFA9064F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892300"/>
            <a:ext cx="183600" cy="3917950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63307E4-457F-454A-A4E0-031264355A8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000" y="871200"/>
            <a:ext cx="11280000" cy="468000"/>
          </a:xfrm>
        </p:spPr>
        <p:txBody>
          <a:bodyPr/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400" b="1"/>
            </a:lvl1pPr>
            <a:lvl2pPr marL="0" indent="0">
              <a:buNone/>
              <a:defRPr sz="1400" b="1"/>
            </a:lvl2pPr>
            <a:lvl3pPr marL="0" indent="0">
              <a:buNone/>
              <a:defRPr sz="1400" b="1"/>
            </a:lvl3pPr>
            <a:lvl4pPr marL="0" indent="0">
              <a:buNone/>
              <a:defRPr sz="1400" b="1"/>
            </a:lvl4pPr>
            <a:lvl5pPr marL="0" indent="0">
              <a:buNone/>
              <a:defRPr sz="1400" b="1"/>
            </a:lvl5pPr>
            <a:lvl6pPr marL="0" indent="0">
              <a:buNone/>
              <a:defRPr sz="1400" b="1"/>
            </a:lvl6pPr>
            <a:lvl7pPr marL="0" indent="0">
              <a:buNone/>
              <a:defRPr sz="1400" b="1"/>
            </a:lvl7pPr>
            <a:lvl8pPr marL="0" indent="0">
              <a:buNone/>
              <a:defRPr sz="1400" b="1"/>
            </a:lvl8pPr>
            <a:lvl9pPr marL="0" indent="0">
              <a:buNone/>
              <a:defRPr sz="1400" b="1"/>
            </a:lvl9pPr>
          </a:lstStyle>
          <a:p>
            <a:pPr marL="211021" marR="0" lvl="0" indent="-211021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tabLst/>
              <a:defRPr/>
            </a:pPr>
            <a:r>
              <a:rPr lang="en-GB" noProof="0" dirty="0"/>
              <a:t>[Subtitle / Key messages]</a:t>
            </a:r>
          </a:p>
        </p:txBody>
      </p:sp>
      <p:cxnSp>
        <p:nvCxnSpPr>
          <p:cNvPr id="12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278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8582024" y="0"/>
            <a:ext cx="3609976" cy="6138303"/>
          </a:xfrm>
          <a:prstGeom prst="rect">
            <a:avLst/>
          </a:prstGeom>
          <a:solidFill>
            <a:schemeClr val="accent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89979" rIns="91419" bIns="899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Rounded Rectangle 7"/>
          <p:cNvSpPr/>
          <p:nvPr userDrawn="1"/>
        </p:nvSpPr>
        <p:spPr>
          <a:xfrm>
            <a:off x="7199715" y="621338"/>
            <a:ext cx="2320819" cy="4991207"/>
          </a:xfrm>
          <a:prstGeom prst="roundRect">
            <a:avLst>
              <a:gd name="adj" fmla="val 5012"/>
            </a:avLst>
          </a:prstGeom>
          <a:solidFill>
            <a:srgbClr val="17181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89979" rIns="91419" bIns="899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5383" y="235014"/>
            <a:ext cx="3331455" cy="5903289"/>
          </a:xfrm>
          <a:prstGeom prst="rect">
            <a:avLst/>
          </a:prstGeom>
        </p:spPr>
      </p:pic>
      <p:sp>
        <p:nvSpPr>
          <p:cNvPr id="14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7199715" y="621338"/>
            <a:ext cx="2320819" cy="4991207"/>
          </a:xfrm>
          <a:custGeom>
            <a:avLst/>
            <a:gdLst>
              <a:gd name="connsiteX0" fmla="*/ 2000474 w 2307522"/>
              <a:gd name="connsiteY0" fmla="*/ 93 h 4939306"/>
              <a:gd name="connsiteX1" fmla="*/ 2231752 w 2307522"/>
              <a:gd name="connsiteY1" fmla="*/ 25096 h 4939306"/>
              <a:gd name="connsiteX2" fmla="*/ 2305573 w 2307522"/>
              <a:gd name="connsiteY2" fmla="*/ 201309 h 4939306"/>
              <a:gd name="connsiteX3" fmla="*/ 2304606 w 2307522"/>
              <a:gd name="connsiteY3" fmla="*/ 201289 h 4939306"/>
              <a:gd name="connsiteX4" fmla="*/ 2304606 w 2307522"/>
              <a:gd name="connsiteY4" fmla="*/ 4606521 h 4939306"/>
              <a:gd name="connsiteX5" fmla="*/ 2305573 w 2307522"/>
              <a:gd name="connsiteY5" fmla="*/ 4606488 h 4939306"/>
              <a:gd name="connsiteX6" fmla="*/ 2236514 w 2307522"/>
              <a:gd name="connsiteY6" fmla="*/ 4888932 h 4939306"/>
              <a:gd name="connsiteX7" fmla="*/ 2002855 w 2307522"/>
              <a:gd name="connsiteY7" fmla="*/ 4938179 h 4939306"/>
              <a:gd name="connsiteX8" fmla="*/ 1953504 w 2307522"/>
              <a:gd name="connsiteY8" fmla="*/ 4938061 h 4939306"/>
              <a:gd name="connsiteX9" fmla="*/ 1953504 w 2307522"/>
              <a:gd name="connsiteY9" fmla="*/ 4939306 h 4939306"/>
              <a:gd name="connsiteX10" fmla="*/ 1724547 w 2307522"/>
              <a:gd name="connsiteY10" fmla="*/ 4939306 h 4939306"/>
              <a:gd name="connsiteX11" fmla="*/ 582977 w 2307522"/>
              <a:gd name="connsiteY11" fmla="*/ 4939306 h 4939306"/>
              <a:gd name="connsiteX12" fmla="*/ 531922 w 2307522"/>
              <a:gd name="connsiteY12" fmla="*/ 4939306 h 4939306"/>
              <a:gd name="connsiteX13" fmla="*/ 531922 w 2307522"/>
              <a:gd name="connsiteY13" fmla="*/ 4938729 h 4939306"/>
              <a:gd name="connsiteX14" fmla="*/ 451971 w 2307522"/>
              <a:gd name="connsiteY14" fmla="*/ 4937826 h 4939306"/>
              <a:gd name="connsiteX15" fmla="*/ 71010 w 2307522"/>
              <a:gd name="connsiteY15" fmla="*/ 4888932 h 4939306"/>
              <a:gd name="connsiteX16" fmla="*/ 16 w 2307522"/>
              <a:gd name="connsiteY16" fmla="*/ 4684641 h 4939306"/>
              <a:gd name="connsiteX17" fmla="*/ 1255 w 2307522"/>
              <a:gd name="connsiteY17" fmla="*/ 4634588 h 4939306"/>
              <a:gd name="connsiteX18" fmla="*/ 350 w 2307522"/>
              <a:gd name="connsiteY18" fmla="*/ 4634588 h 4939306"/>
              <a:gd name="connsiteX19" fmla="*/ 350 w 2307522"/>
              <a:gd name="connsiteY19" fmla="*/ 170092 h 4939306"/>
              <a:gd name="connsiteX20" fmla="*/ 1067 w 2307522"/>
              <a:gd name="connsiteY20" fmla="*/ 170092 h 4939306"/>
              <a:gd name="connsiteX21" fmla="*/ 761 w 2307522"/>
              <a:gd name="connsiteY21" fmla="*/ 157817 h 4939306"/>
              <a:gd name="connsiteX22" fmla="*/ 37807 w 2307522"/>
              <a:gd name="connsiteY22" fmla="*/ 69794 h 4939306"/>
              <a:gd name="connsiteX23" fmla="*/ 66307 w 2307522"/>
              <a:gd name="connsiteY23" fmla="*/ 39426 h 4939306"/>
              <a:gd name="connsiteX24" fmla="*/ 80233 w 2307522"/>
              <a:gd name="connsiteY24" fmla="*/ 27936 h 4939306"/>
              <a:gd name="connsiteX25" fmla="*/ 117783 w 2307522"/>
              <a:gd name="connsiteY25" fmla="*/ 16113 h 4939306"/>
              <a:gd name="connsiteX26" fmla="*/ 307050 w 2307522"/>
              <a:gd name="connsiteY26" fmla="*/ 4337 h 4939306"/>
              <a:gd name="connsiteX27" fmla="*/ 582977 w 2307522"/>
              <a:gd name="connsiteY27" fmla="*/ 7909 h 4939306"/>
              <a:gd name="connsiteX28" fmla="*/ 665578 w 2307522"/>
              <a:gd name="connsiteY28" fmla="*/ 160272 h 4939306"/>
              <a:gd name="connsiteX29" fmla="*/ 677885 w 2307522"/>
              <a:gd name="connsiteY29" fmla="*/ 170092 h 4939306"/>
              <a:gd name="connsiteX30" fmla="*/ 1624320 w 2307522"/>
              <a:gd name="connsiteY30" fmla="*/ 170092 h 4939306"/>
              <a:gd name="connsiteX31" fmla="*/ 1641946 w 2307522"/>
              <a:gd name="connsiteY31" fmla="*/ 156028 h 4939306"/>
              <a:gd name="connsiteX32" fmla="*/ 1724547 w 2307522"/>
              <a:gd name="connsiteY32" fmla="*/ 3665 h 4939306"/>
              <a:gd name="connsiteX33" fmla="*/ 2000474 w 2307522"/>
              <a:gd name="connsiteY33" fmla="*/ 93 h 4939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307522" h="4939306">
                <a:moveTo>
                  <a:pt x="2000474" y="93"/>
                </a:moveTo>
                <a:cubicBezTo>
                  <a:pt x="2096815" y="-701"/>
                  <a:pt x="2185714" y="3268"/>
                  <a:pt x="2231752" y="25096"/>
                </a:cubicBezTo>
                <a:cubicBezTo>
                  <a:pt x="2315096" y="107646"/>
                  <a:pt x="2307954" y="125903"/>
                  <a:pt x="2305573" y="201309"/>
                </a:cubicBezTo>
                <a:lnTo>
                  <a:pt x="2304606" y="201289"/>
                </a:lnTo>
                <a:lnTo>
                  <a:pt x="2304606" y="4606521"/>
                </a:lnTo>
                <a:lnTo>
                  <a:pt x="2305573" y="4606488"/>
                </a:lnTo>
                <a:cubicBezTo>
                  <a:pt x="2307954" y="4733466"/>
                  <a:pt x="2319858" y="4749923"/>
                  <a:pt x="2236514" y="4888932"/>
                </a:cubicBezTo>
                <a:cubicBezTo>
                  <a:pt x="2190477" y="4925689"/>
                  <a:pt x="2100386" y="4935944"/>
                  <a:pt x="2002855" y="4938179"/>
                </a:cubicBezTo>
                <a:lnTo>
                  <a:pt x="1953504" y="4938061"/>
                </a:lnTo>
                <a:lnTo>
                  <a:pt x="1953504" y="4939306"/>
                </a:lnTo>
                <a:lnTo>
                  <a:pt x="1724547" y="4939306"/>
                </a:lnTo>
                <a:lnTo>
                  <a:pt x="582977" y="4939306"/>
                </a:lnTo>
                <a:lnTo>
                  <a:pt x="531922" y="4939306"/>
                </a:lnTo>
                <a:lnTo>
                  <a:pt x="531922" y="4938729"/>
                </a:lnTo>
                <a:lnTo>
                  <a:pt x="451971" y="4937826"/>
                </a:lnTo>
                <a:cubicBezTo>
                  <a:pt x="308241" y="4939573"/>
                  <a:pt x="140066" y="4944068"/>
                  <a:pt x="71010" y="4888932"/>
                </a:cubicBezTo>
                <a:cubicBezTo>
                  <a:pt x="8502" y="4784675"/>
                  <a:pt x="-429" y="4749354"/>
                  <a:pt x="16" y="4684641"/>
                </a:cubicBezTo>
                <a:lnTo>
                  <a:pt x="1255" y="4634588"/>
                </a:lnTo>
                <a:lnTo>
                  <a:pt x="350" y="4634588"/>
                </a:lnTo>
                <a:lnTo>
                  <a:pt x="350" y="170092"/>
                </a:lnTo>
                <a:lnTo>
                  <a:pt x="1067" y="170092"/>
                </a:lnTo>
                <a:lnTo>
                  <a:pt x="761" y="157817"/>
                </a:lnTo>
                <a:cubicBezTo>
                  <a:pt x="1431" y="127204"/>
                  <a:pt x="8129" y="105068"/>
                  <a:pt x="37807" y="69794"/>
                </a:cubicBezTo>
                <a:lnTo>
                  <a:pt x="66307" y="39426"/>
                </a:lnTo>
                <a:lnTo>
                  <a:pt x="80233" y="27936"/>
                </a:lnTo>
                <a:lnTo>
                  <a:pt x="117783" y="16113"/>
                </a:lnTo>
                <a:cubicBezTo>
                  <a:pt x="166724" y="5825"/>
                  <a:pt x="234795" y="3742"/>
                  <a:pt x="307050" y="4337"/>
                </a:cubicBezTo>
                <a:cubicBezTo>
                  <a:pt x="403391" y="5131"/>
                  <a:pt x="507174" y="10687"/>
                  <a:pt x="582977" y="7909"/>
                </a:cubicBezTo>
                <a:cubicBezTo>
                  <a:pt x="577024" y="134711"/>
                  <a:pt x="623310" y="139622"/>
                  <a:pt x="665578" y="160272"/>
                </a:cubicBezTo>
                <a:lnTo>
                  <a:pt x="677885" y="170092"/>
                </a:lnTo>
                <a:lnTo>
                  <a:pt x="1624320" y="170092"/>
                </a:lnTo>
                <a:lnTo>
                  <a:pt x="1641946" y="156028"/>
                </a:lnTo>
                <a:cubicBezTo>
                  <a:pt x="1684214" y="135378"/>
                  <a:pt x="1730500" y="130467"/>
                  <a:pt x="1724547" y="3665"/>
                </a:cubicBezTo>
                <a:cubicBezTo>
                  <a:pt x="1800350" y="6443"/>
                  <a:pt x="1904132" y="887"/>
                  <a:pt x="2000474" y="93"/>
                </a:cubicBezTo>
                <a:close/>
              </a:path>
            </a:pathLst>
          </a:custGeom>
          <a:pattFill prst="divot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marR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None/>
              <a:tabLst/>
              <a:defRPr sz="1200" b="1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lang="en-GB" sz="1600" dirty="0"/>
              <a:t>Click the image icon to insert your picture, upload one &gt; To adjust select Format and then crop.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740162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>
          <a:xfrm>
            <a:off x="8582025" y="0"/>
            <a:ext cx="3609976" cy="6128153"/>
          </a:xfrm>
          <a:prstGeom prst="rec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89979" rIns="91419" bIns="899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11" name="Groupe 11"/>
          <p:cNvGrpSpPr/>
          <p:nvPr userDrawn="1"/>
        </p:nvGrpSpPr>
        <p:grpSpPr>
          <a:xfrm>
            <a:off x="4370325" y="1341252"/>
            <a:ext cx="7821676" cy="3959523"/>
            <a:chOff x="4345281" y="1341559"/>
            <a:chExt cx="7776856" cy="3960430"/>
          </a:xfrm>
        </p:grpSpPr>
        <p:pic>
          <p:nvPicPr>
            <p:cNvPr id="15" name="Picture 5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45281" y="1341559"/>
              <a:ext cx="7776856" cy="3960430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 userDrawn="1"/>
          </p:nvSpPr>
          <p:spPr>
            <a:xfrm>
              <a:off x="8014817" y="4270075"/>
              <a:ext cx="288032" cy="144016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0000" rIns="9144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7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6274940" y="1809343"/>
            <a:ext cx="3860475" cy="2415888"/>
          </a:xfrm>
          <a:prstGeom prst="rect">
            <a:avLst/>
          </a:prstGeom>
          <a:pattFill prst="divot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b="1">
                <a:latin typeface="Arial" panose="020B0604020202020204" pitchFamily="34" charset="0"/>
              </a:defRPr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</p:txBody>
      </p:sp>
    </p:spTree>
    <p:extLst>
      <p:ext uri="{BB962C8B-B14F-4D97-AF65-F5344CB8AC3E}">
        <p14:creationId xmlns:p14="http://schemas.microsoft.com/office/powerpoint/2010/main" val="194171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reative Intr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333385"/>
            <a:ext cx="1026395" cy="50393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89979" rIns="91419" bIns="899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399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" y="667657"/>
            <a:ext cx="1026396" cy="42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1" tIns="45721" rIns="45721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18" indent="-180018" algn="l" defTabSz="685866">
              <a:lnSpc>
                <a:spcPct val="95000"/>
              </a:lnSpc>
              <a:spcAft>
                <a:spcPts val="3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endParaRPr lang="en-GB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098882"/>
          </a:xfrm>
          <a:noFill/>
        </p:spPr>
        <p:txBody>
          <a:bodyPr/>
          <a:lstStyle>
            <a:lvl1pPr marL="0" marR="0" indent="0" algn="just" defTabSz="7429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7"/>
              </a:spcAft>
              <a:buClr>
                <a:srgbClr val="00AB8E"/>
              </a:buClr>
              <a:buSzPct val="70000"/>
              <a:buFont typeface="Wingdings" panose="05000000000000000000" pitchFamily="2" charset="2"/>
              <a:buNone/>
              <a:tabLst/>
              <a:defRPr b="1">
                <a:solidFill>
                  <a:schemeClr val="tx1"/>
                </a:solidFill>
              </a:defRPr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  <a:p>
            <a:endParaRPr lang="en-GB" noProof="0" dirty="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0B19B7E6-3049-44E8-8B15-E1328D798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99020"/>
            <a:ext cx="5371713" cy="7456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5" name="Connecteur droit 10">
            <a:extLst>
              <a:ext uri="{FF2B5EF4-FFF2-40B4-BE49-F238E27FC236}">
                <a16:creationId xmlns:a16="http://schemas.microsoft.com/office/drawing/2014/main" id="{1D527738-3FB3-4653-B522-DE8F47EA57BE}"/>
              </a:ext>
            </a:extLst>
          </p:cNvPr>
          <p:cNvCxnSpPr>
            <a:cxnSpLocks/>
          </p:cNvCxnSpPr>
          <p:nvPr userDrawn="1"/>
        </p:nvCxnSpPr>
        <p:spPr>
          <a:xfrm>
            <a:off x="0" y="853508"/>
            <a:ext cx="86315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F2041BCB-F408-4D52-ACBC-C91422CB9DB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5999" y="1657208"/>
            <a:ext cx="5364000" cy="4153042"/>
          </a:xfrm>
        </p:spPr>
        <p:txBody>
          <a:bodyPr/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cxnSp>
        <p:nvCxnSpPr>
          <p:cNvPr id="11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300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1C10F8A8-7582-42EE-BDAE-B3469AD4931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" y="317"/>
            <a:ext cx="4918617" cy="2492058"/>
          </a:xfrm>
          <a:noFill/>
        </p:spPr>
        <p:txBody>
          <a:bodyPr/>
          <a:lstStyle>
            <a:lvl1pPr marL="0" marR="0" indent="0" algn="just" defTabSz="7429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7"/>
              </a:spcAft>
              <a:buClr>
                <a:srgbClr val="00AB8E"/>
              </a:buClr>
              <a:buSzPct val="70000"/>
              <a:buFont typeface="Wingdings" panose="05000000000000000000" pitchFamily="2" charset="2"/>
              <a:buNone/>
              <a:tabLst/>
              <a:defRPr b="1" baseline="0">
                <a:solidFill>
                  <a:schemeClr val="tx1"/>
                </a:solidFill>
              </a:defRPr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  <a:p>
            <a:pPr marL="0" marR="0" lvl="0" indent="0" algn="just" defTabSz="7429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7"/>
              </a:spcAft>
              <a:buClr>
                <a:srgbClr val="00AB8E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Tip: use your cover image here as well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" y="667657"/>
            <a:ext cx="1026396" cy="42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1" tIns="45721" rIns="45721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18" indent="-180018" algn="l" defTabSz="685866">
              <a:lnSpc>
                <a:spcPct val="95000"/>
              </a:lnSpc>
              <a:spcAft>
                <a:spcPts val="3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endParaRPr lang="en-GB" sz="1100" noProof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56390" y="2859253"/>
            <a:ext cx="3273926" cy="1580682"/>
          </a:xfrm>
        </p:spPr>
        <p:txBody>
          <a:bodyPr anchor="t"/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600" b="0" i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[Introduction text (optional)]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5480582" y="1724580"/>
            <a:ext cx="5960177" cy="396000"/>
          </a:xfrm>
        </p:spPr>
        <p:txBody>
          <a:bodyPr lIns="0" tIns="0" rIns="0" bIns="36000"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[Key message]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5480582" y="2671384"/>
            <a:ext cx="5960177" cy="396000"/>
          </a:xfrm>
        </p:spPr>
        <p:txBody>
          <a:bodyPr lIns="0" tIns="0" rIns="0" bIns="36000"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[Key message]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5480582" y="3618188"/>
            <a:ext cx="5960177" cy="396000"/>
          </a:xfrm>
        </p:spPr>
        <p:txBody>
          <a:bodyPr lIns="0" tIns="0" rIns="0" bIns="36000"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[Key message]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5480582" y="4564992"/>
            <a:ext cx="5960177" cy="396000"/>
          </a:xfrm>
        </p:spPr>
        <p:txBody>
          <a:bodyPr lIns="0" tIns="0" rIns="0" bIns="36000"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[Key message]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5480582" y="5511796"/>
            <a:ext cx="5960177" cy="396000"/>
          </a:xfrm>
        </p:spPr>
        <p:txBody>
          <a:bodyPr lIns="0" tIns="0" rIns="0" bIns="36000"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[Key message]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6390" y="2257526"/>
            <a:ext cx="3273926" cy="444108"/>
          </a:xfrm>
          <a:solidFill>
            <a:schemeClr val="tx2"/>
          </a:solidFill>
        </p:spPr>
        <p:txBody>
          <a:bodyPr wrap="square"/>
          <a:lstStyle>
            <a:lvl1pPr>
              <a:defRPr sz="2400" b="1" cap="all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AGENDA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22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_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333385"/>
            <a:ext cx="1026395" cy="50393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89979" rIns="91419" bIns="899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399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" y="667657"/>
            <a:ext cx="1026396" cy="42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1" tIns="45721" rIns="45721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18" indent="-180018" algn="l" defTabSz="685866">
              <a:lnSpc>
                <a:spcPct val="95000"/>
              </a:lnSpc>
              <a:spcAft>
                <a:spcPts val="3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endParaRPr lang="en-GB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317A3B5C-094F-459D-9DFA-891923BC2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99020"/>
            <a:ext cx="11280000" cy="7456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6A457B-323C-4DBF-B3D8-717B078C26B1}"/>
              </a:ext>
            </a:extLst>
          </p:cNvPr>
          <p:cNvSpPr/>
          <p:nvPr userDrawn="1"/>
        </p:nvSpPr>
        <p:spPr>
          <a:xfrm>
            <a:off x="0" y="850900"/>
            <a:ext cx="12192000" cy="526598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200"/>
          </a:p>
        </p:txBody>
      </p:sp>
      <p:cxnSp>
        <p:nvCxnSpPr>
          <p:cNvPr id="7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447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E98F134-ACCE-4BFD-8570-EF73414B4EF5}"/>
              </a:ext>
            </a:extLst>
          </p:cNvPr>
          <p:cNvSpPr>
            <a:spLocks/>
          </p:cNvSpPr>
          <p:nvPr userDrawn="1"/>
        </p:nvSpPr>
        <p:spPr>
          <a:xfrm>
            <a:off x="455612" y="571499"/>
            <a:ext cx="11304000" cy="55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97A20C-77F4-49A0-B9A5-932E3885FCDC}"/>
              </a:ext>
            </a:extLst>
          </p:cNvPr>
          <p:cNvSpPr>
            <a:spLocks/>
          </p:cNvSpPr>
          <p:nvPr userDrawn="1"/>
        </p:nvSpPr>
        <p:spPr>
          <a:xfrm>
            <a:off x="0" y="1460500"/>
            <a:ext cx="2374900" cy="675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2505075" y="2396438"/>
            <a:ext cx="7128000" cy="540000"/>
          </a:xfrm>
          <a:prstGeom prst="rect">
            <a:avLst/>
          </a:prstGeom>
        </p:spPr>
        <p:txBody>
          <a:bodyPr vert="horz" lIns="36000" tIns="45720" rIns="36000" bIns="45720" rtlCol="0">
            <a:noAutofit/>
          </a:bodyPr>
          <a:lstStyle>
            <a:lvl1pPr>
              <a:defRPr sz="1400" b="1">
                <a:latin typeface="+mn-lt"/>
              </a:defRPr>
            </a:lvl1pPr>
            <a:lvl2pPr marL="0" indent="0">
              <a:lnSpc>
                <a:spcPct val="100000"/>
              </a:lnSpc>
              <a:buNone/>
              <a:defRPr sz="1723" b="1">
                <a:latin typeface="+mn-lt"/>
              </a:defRPr>
            </a:lvl2pPr>
            <a:lvl3pPr marL="0" indent="0">
              <a:lnSpc>
                <a:spcPct val="100000"/>
              </a:lnSpc>
              <a:buNone/>
              <a:defRPr sz="1723" b="1"/>
            </a:lvl3pPr>
            <a:lvl4pPr marL="0" indent="0">
              <a:lnSpc>
                <a:spcPct val="100000"/>
              </a:lnSpc>
              <a:buNone/>
              <a:defRPr sz="1723" b="1"/>
            </a:lvl4pPr>
            <a:lvl5pPr marL="0" indent="0">
              <a:lnSpc>
                <a:spcPct val="100000"/>
              </a:lnSpc>
              <a:buNone/>
              <a:defRPr sz="1723" b="1"/>
            </a:lvl5pPr>
            <a:lvl6pPr marL="0" indent="0">
              <a:lnSpc>
                <a:spcPct val="100000"/>
              </a:lnSpc>
              <a:buNone/>
              <a:defRPr sz="1723" b="1"/>
            </a:lvl6pPr>
            <a:lvl7pPr marL="0" indent="0">
              <a:lnSpc>
                <a:spcPct val="100000"/>
              </a:lnSpc>
              <a:buNone/>
              <a:defRPr sz="1723" b="1"/>
            </a:lvl7pPr>
            <a:lvl8pPr marL="0" indent="0">
              <a:lnSpc>
                <a:spcPct val="100000"/>
              </a:lnSpc>
              <a:buNone/>
              <a:defRPr sz="1723" b="1"/>
            </a:lvl8pPr>
            <a:lvl9pPr marL="0" indent="0">
              <a:lnSpc>
                <a:spcPct val="100000"/>
              </a:lnSpc>
              <a:buNone/>
              <a:defRPr sz="1723" b="1"/>
            </a:lvl9pPr>
          </a:lstStyle>
          <a:p>
            <a:pPr lvl="0"/>
            <a:r>
              <a:rPr lang="en-US" noProof="0" dirty="0"/>
              <a:t>Subtitle</a:t>
            </a:r>
            <a:endParaRPr lang="en-GB" noProof="0" dirty="0"/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F288F70A-12E0-477C-B93B-FF0C92516D3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505075" y="2936438"/>
            <a:ext cx="7128000" cy="3204262"/>
          </a:xfrm>
        </p:spPr>
        <p:txBody>
          <a:bodyPr/>
          <a:lstStyle>
            <a:lvl1pPr>
              <a:spcAft>
                <a:spcPts val="300"/>
              </a:spcAft>
              <a:buSzPct val="55000"/>
              <a:defRPr sz="1100"/>
            </a:lvl1pPr>
            <a:lvl2pPr marL="221544">
              <a:spcAft>
                <a:spcPts val="300"/>
              </a:spcAft>
              <a:buSzPct val="55000"/>
              <a:defRPr sz="1100"/>
            </a:lvl2pPr>
            <a:lvl3pPr marL="221544">
              <a:spcAft>
                <a:spcPts val="300"/>
              </a:spcAft>
              <a:buSzPct val="55000"/>
              <a:defRPr sz="1100"/>
            </a:lvl3pPr>
            <a:lvl4pPr marL="753" indent="0">
              <a:spcAft>
                <a:spcPts val="300"/>
              </a:spcAft>
              <a:buSzPct val="55000"/>
              <a:buNone/>
              <a:defRPr sz="1100"/>
            </a:lvl4pPr>
            <a:lvl5pPr marL="221544">
              <a:spcAft>
                <a:spcPts val="300"/>
              </a:spcAft>
              <a:buSzPct val="55000"/>
              <a:defRPr sz="1100"/>
            </a:lvl5pPr>
            <a:lvl6pPr marL="221544" indent="-221544">
              <a:lnSpc>
                <a:spcPct val="95000"/>
              </a:lnSpc>
              <a:spcAft>
                <a:spcPts val="300"/>
              </a:spcAft>
              <a:buSzPct val="55000"/>
              <a:defRPr sz="1100"/>
            </a:lvl6pPr>
            <a:lvl7pPr marL="221544" indent="-221544">
              <a:lnSpc>
                <a:spcPct val="95000"/>
              </a:lnSpc>
              <a:spcAft>
                <a:spcPts val="300"/>
              </a:spcAft>
              <a:buSzPct val="55000"/>
              <a:defRPr sz="1100"/>
            </a:lvl7pPr>
            <a:lvl8pPr marL="221544" indent="-221544">
              <a:lnSpc>
                <a:spcPct val="95000"/>
              </a:lnSpc>
              <a:spcAft>
                <a:spcPts val="300"/>
              </a:spcAft>
              <a:buSzPct val="55000"/>
              <a:defRPr sz="1100"/>
            </a:lvl8pPr>
            <a:lvl9pPr marL="221544" indent="-221544">
              <a:lnSpc>
                <a:spcPct val="95000"/>
              </a:lnSpc>
              <a:spcAft>
                <a:spcPts val="300"/>
              </a:spcAft>
              <a:buSzPct val="55000"/>
              <a:defRPr sz="1100"/>
            </a:lvl9pPr>
          </a:lstStyle>
          <a:p>
            <a:pPr lvl="0"/>
            <a:r>
              <a:rPr lang="en-GB" noProof="0" dirty="0"/>
              <a:t>[…]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endParaRPr lang="en-GB" noProof="0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863159" y="6261321"/>
            <a:ext cx="6391339" cy="426447"/>
            <a:chOff x="863159" y="6283355"/>
            <a:chExt cx="6391339" cy="426447"/>
          </a:xfrm>
        </p:grpSpPr>
        <p:pic>
          <p:nvPicPr>
            <p:cNvPr id="47" name="Picture 4">
              <a:extLst>
                <a:ext uri="{FF2B5EF4-FFF2-40B4-BE49-F238E27FC236}">
                  <a16:creationId xmlns:a16="http://schemas.microsoft.com/office/drawing/2014/main" id="{1E10874B-1267-4536-BF26-3BC7AEADC06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71401" y="6416151"/>
              <a:ext cx="2383097" cy="182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3" descr="C:\Users\ChristineB\Seenk-D\BNPP\2015-02\PPT_43-07.png">
              <a:extLst>
                <a:ext uri="{FF2B5EF4-FFF2-40B4-BE49-F238E27FC236}">
                  <a16:creationId xmlns:a16="http://schemas.microsoft.com/office/drawing/2014/main" id="{85F625AF-08DC-4868-A0B9-9A9F4439246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863159" y="6283355"/>
              <a:ext cx="2064000" cy="426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598858" y="1549618"/>
            <a:ext cx="1728788" cy="496888"/>
          </a:xfrm>
        </p:spPr>
        <p:txBody>
          <a:bodyPr anchor="ctr"/>
          <a:lstStyle>
            <a:lvl1pPr marL="0" indent="0" algn="r">
              <a:buNone/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pt-PT" dirty="0"/>
          </a:p>
        </p:txBody>
      </p:sp>
      <p:sp>
        <p:nvSpPr>
          <p:cNvPr id="23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2518145" y="1549618"/>
            <a:ext cx="7114929" cy="496888"/>
          </a:xfr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name</a:t>
            </a:r>
            <a:endParaRPr lang="pt-PT" dirty="0"/>
          </a:p>
        </p:txBody>
      </p:sp>
      <p:cxnSp>
        <p:nvCxnSpPr>
          <p:cNvPr id="20" name="Connecteur droit 12">
            <a:extLst>
              <a:ext uri="{FF2B5EF4-FFF2-40B4-BE49-F238E27FC236}">
                <a16:creationId xmlns:a16="http://schemas.microsoft.com/office/drawing/2014/main" id="{BC0193AE-8472-4C02-BEDC-A61131C73803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16"/>
          <p:cNvSpPr txBox="1">
            <a:spLocks noChangeArrowheads="1"/>
          </p:cNvSpPr>
          <p:nvPr userDrawn="1"/>
        </p:nvSpPr>
        <p:spPr bwMode="auto">
          <a:xfrm>
            <a:off x="11444775" y="6376899"/>
            <a:ext cx="1800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r" defTabSz="914400" rtl="0" eaLnBrk="1" latinLnBrk="0" hangingPunct="1">
              <a:defRPr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6629C6-E8D8-4E6B-8015-798ECD15B16B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cxnSp>
        <p:nvCxnSpPr>
          <p:cNvPr id="14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7643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with image (no auto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76287"/>
            <a:ext cx="971550" cy="333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1" tIns="45721" rIns="45721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18" indent="-180018" algn="l" defTabSz="685866">
              <a:lnSpc>
                <a:spcPct val="95000"/>
              </a:lnSpc>
              <a:spcAft>
                <a:spcPts val="3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endParaRPr lang="en-GB" sz="1100" noProof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ADDA24-74F6-4668-BCDC-F0B779842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490" y="381740"/>
            <a:ext cx="4584255" cy="3047260"/>
          </a:xfrm>
        </p:spPr>
        <p:txBody>
          <a:bodyPr anchor="b"/>
          <a:lstStyle>
            <a:lvl1pPr>
              <a:defRPr sz="2400" cap="none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01 - Title Name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098882"/>
          </a:xfrm>
          <a:noFill/>
        </p:spPr>
        <p:txBody>
          <a:bodyPr/>
          <a:lstStyle>
            <a:lvl1pPr marL="0" marR="0" indent="0" algn="just" defTabSz="7429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7"/>
              </a:spcAft>
              <a:buClr>
                <a:srgbClr val="00AB8E"/>
              </a:buClr>
              <a:buSzPct val="70000"/>
              <a:buFont typeface="Wingdings" panose="05000000000000000000" pitchFamily="2" charset="2"/>
              <a:buNone/>
              <a:tabLst/>
              <a:defRPr b="1"/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804490" y="3717032"/>
            <a:ext cx="4584255" cy="2002335"/>
          </a:xfrm>
        </p:spPr>
        <p:txBody>
          <a:bodyPr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1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lang="en-GB" noProof="0" dirty="0"/>
              <a:t>Subtitle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2C43C2-629C-4173-8752-6BDCF6146D15}"/>
              </a:ext>
            </a:extLst>
          </p:cNvPr>
          <p:cNvCxnSpPr/>
          <p:nvPr userDrawn="1"/>
        </p:nvCxnSpPr>
        <p:spPr>
          <a:xfrm>
            <a:off x="804491" y="3581929"/>
            <a:ext cx="864096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206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rmal intro (optio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09585" y="1644048"/>
            <a:ext cx="3833740" cy="673200"/>
          </a:xfrm>
        </p:spPr>
        <p:txBody>
          <a:bodyPr anchor="ctr" anchorCtr="0"/>
          <a:lstStyle>
            <a:lvl1pPr marL="360363" indent="-360363">
              <a:buSzPct val="100000"/>
              <a:buFont typeface="Wingdings" panose="05000000000000000000" pitchFamily="2" charset="2"/>
              <a:buChar char="§"/>
              <a:defRPr sz="1400" b="1" baseline="0">
                <a:solidFill>
                  <a:schemeClr val="tx2"/>
                </a:solidFill>
              </a:defRPr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pPr lvl="0"/>
            <a:r>
              <a:rPr lang="en-GB" noProof="0" dirty="0"/>
              <a:t>[Objective]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60919" y="2329411"/>
            <a:ext cx="3382405" cy="385200"/>
          </a:xfrm>
        </p:spPr>
        <p:txBody>
          <a:bodyPr anchor="ctr" anchorCtr="0"/>
          <a:lstStyle>
            <a:lvl1pPr marL="0" indent="0">
              <a:buSzPct val="200000"/>
              <a:buNone/>
              <a:defRPr sz="1400" b="1" baseline="0"/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pPr lvl="0"/>
            <a:r>
              <a:rPr lang="en-GB" noProof="0" dirty="0"/>
              <a:t>[‘Understanding the situation’]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4560919" y="2734201"/>
            <a:ext cx="3382405" cy="1004400"/>
          </a:xfrm>
        </p:spPr>
        <p:txBody>
          <a:bodyPr/>
          <a:lstStyle>
            <a:lvl1pPr marL="0" marR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 sz="1100" b="0" baseline="0"/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pPr marL="0" marR="0" lvl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/>
            </a:pPr>
            <a:r>
              <a:rPr lang="en-GB" noProof="0" dirty="0"/>
              <a:t>[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Lorem ipsum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dolor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amet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vel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novum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graece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vidisse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iuvaret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ocurreret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veri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delicatissimi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sea</a:t>
            </a:r>
            <a:r>
              <a:rPr lang="en-GB" noProof="0" dirty="0"/>
              <a:t>]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463963" y="3731366"/>
            <a:ext cx="3833740" cy="673200"/>
          </a:xfrm>
        </p:spPr>
        <p:txBody>
          <a:bodyPr anchor="ctr" anchorCtr="0"/>
          <a:lstStyle>
            <a:lvl1pPr marL="360363" indent="-360363">
              <a:buSzPct val="100000"/>
              <a:buFont typeface="Wingdings" panose="05000000000000000000" pitchFamily="2" charset="2"/>
              <a:buChar char="§"/>
              <a:tabLst>
                <a:tab pos="360363" algn="l"/>
              </a:tabLst>
              <a:defRPr sz="1400" b="1" baseline="0">
                <a:solidFill>
                  <a:schemeClr val="tx2"/>
                </a:solidFill>
              </a:defRPr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pPr lvl="0"/>
            <a:r>
              <a:rPr lang="en-GB" noProof="0" dirty="0"/>
              <a:t>[Context]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914250" y="4416729"/>
            <a:ext cx="3351553" cy="385200"/>
          </a:xfrm>
        </p:spPr>
        <p:txBody>
          <a:bodyPr anchor="ctr" anchorCtr="0"/>
          <a:lstStyle>
            <a:lvl1pPr marL="0" indent="0">
              <a:buSzPct val="200000"/>
              <a:buNone/>
              <a:defRPr sz="1400" b="1" baseline="0"/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r>
              <a:rPr lang="en-GB" noProof="0" dirty="0"/>
              <a:t>[‘Why is it relevant’]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14250" y="4821519"/>
            <a:ext cx="3351553" cy="1004400"/>
          </a:xfrm>
        </p:spPr>
        <p:txBody>
          <a:bodyPr/>
          <a:lstStyle>
            <a:lvl1pPr marL="0" marR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 sz="1100" b="0" baseline="0"/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pPr marL="0" marR="0" lvl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/>
            </a:pPr>
            <a:r>
              <a:rPr lang="en-GB" noProof="0" dirty="0"/>
              <a:t>[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Lorem ipsum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dolor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amet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vel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novum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graece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vidisse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iuvaret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ocurreret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veri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delicatissimi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sea</a:t>
            </a:r>
            <a:r>
              <a:rPr lang="en-GB" noProof="0" dirty="0"/>
              <a:t>]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7952700" y="3731366"/>
            <a:ext cx="3783688" cy="673200"/>
          </a:xfrm>
        </p:spPr>
        <p:txBody>
          <a:bodyPr anchor="ctr" anchorCtr="0"/>
          <a:lstStyle>
            <a:lvl1pPr marL="360363" indent="-360363">
              <a:buSzPct val="100000"/>
              <a:buFont typeface="Wingdings" panose="05000000000000000000" pitchFamily="2" charset="2"/>
              <a:buChar char="§"/>
              <a:defRPr sz="1400" b="1" baseline="0">
                <a:solidFill>
                  <a:schemeClr val="tx2"/>
                </a:solidFill>
              </a:defRPr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pPr lvl="0"/>
            <a:r>
              <a:rPr lang="en-GB" noProof="0" dirty="0"/>
              <a:t>[Final goal]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8405779" y="4416729"/>
            <a:ext cx="3298321" cy="385200"/>
          </a:xfrm>
        </p:spPr>
        <p:txBody>
          <a:bodyPr anchor="ctr" anchorCtr="0"/>
          <a:lstStyle>
            <a:lvl1pPr marL="0" indent="0">
              <a:buSzPct val="200000"/>
              <a:buNone/>
              <a:defRPr sz="1400" b="1" baseline="0"/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r>
              <a:rPr lang="en-GB" noProof="0" dirty="0"/>
              <a:t>[‘How to reach’]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0" hasCustomPrompt="1"/>
          </p:nvPr>
        </p:nvSpPr>
        <p:spPr>
          <a:xfrm>
            <a:off x="8399313" y="4821519"/>
            <a:ext cx="3337075" cy="1004400"/>
          </a:xfrm>
        </p:spPr>
        <p:txBody>
          <a:bodyPr/>
          <a:lstStyle>
            <a:lvl1pPr marL="0" marR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 sz="1100" b="0" baseline="0"/>
            </a:lvl1pPr>
            <a:lvl2pPr>
              <a:buSzPct val="200000"/>
              <a:defRPr/>
            </a:lvl2pPr>
            <a:lvl3pPr>
              <a:buSzPct val="200000"/>
              <a:defRPr/>
            </a:lvl3pPr>
            <a:lvl4pPr>
              <a:buSzPct val="200000"/>
              <a:defRPr/>
            </a:lvl4pPr>
            <a:lvl5pPr>
              <a:buSzPct val="200000"/>
              <a:defRPr/>
            </a:lvl5pPr>
          </a:lstStyle>
          <a:p>
            <a:pPr marL="0" marR="0" lvl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/>
            </a:pPr>
            <a:r>
              <a:rPr lang="en-GB" noProof="0" dirty="0"/>
              <a:t>[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Lorem ipsum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dolor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amet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vel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novum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graece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vidisse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iuvaret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ocurreret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veri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delicatissimi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sea</a:t>
            </a:r>
            <a:r>
              <a:rPr lang="en-GB" noProof="0" dirty="0"/>
              <a:t>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19B7E6-3049-44E8-8B15-E1328D798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560B88B9-912F-435B-BFAB-5BAE1518693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560919" y="3849284"/>
            <a:ext cx="3382405" cy="1313173"/>
          </a:xfrm>
        </p:spPr>
        <p:txBody>
          <a:bodyPr anchor="ctr"/>
          <a:lstStyle>
            <a:lvl1pPr marL="0" indent="0" algn="ctr">
              <a:buNone/>
              <a:defRPr i="1" baseline="0"/>
            </a:lvl1pPr>
          </a:lstStyle>
          <a:p>
            <a:r>
              <a:rPr lang="fr-FR" dirty="0"/>
              <a:t>Image icon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5CB4DEF-CBAF-41D6-B360-5711D7217D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556001" y="1634250"/>
            <a:ext cx="183600" cy="4176000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53556A5-605E-44E4-B4E8-4069917D8C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cxnSp>
        <p:nvCxnSpPr>
          <p:cNvPr id="18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7945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reative intr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5F2E2B38-5390-4FCF-98DD-CDA8DDB31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11125" y="2167081"/>
            <a:ext cx="1800000" cy="18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just" defTabSz="7429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7"/>
              </a:spcAft>
              <a:buClr>
                <a:srgbClr val="00AB8E"/>
              </a:buClr>
              <a:buSzPct val="70000"/>
              <a:buFont typeface="Wingdings" panose="05000000000000000000" pitchFamily="2" charset="2"/>
              <a:buNone/>
              <a:tabLst/>
              <a:defRPr sz="1050"/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E0219FD-E716-4041-8FDF-31F786C909F3}"/>
              </a:ext>
            </a:extLst>
          </p:cNvPr>
          <p:cNvCxnSpPr/>
          <p:nvPr userDrawn="1"/>
        </p:nvCxnSpPr>
        <p:spPr>
          <a:xfrm>
            <a:off x="3241675" y="2167081"/>
            <a:ext cx="0" cy="1800000"/>
          </a:xfrm>
          <a:prstGeom prst="line">
            <a:avLst/>
          </a:prstGeom>
          <a:ln w="38100">
            <a:solidFill>
              <a:srgbClr val="0091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itle 1">
            <a:extLst>
              <a:ext uri="{FF2B5EF4-FFF2-40B4-BE49-F238E27FC236}">
                <a16:creationId xmlns:a16="http://schemas.microsoft.com/office/drawing/2014/main" id="{93E9D48D-9B70-479D-8A28-92FE7BDDD5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7888" y="2167210"/>
            <a:ext cx="8318500" cy="1799742"/>
          </a:xfrm>
        </p:spPr>
        <p:txBody>
          <a:bodyPr/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[Opening text]</a:t>
            </a:r>
          </a:p>
        </p:txBody>
      </p:sp>
      <p:grpSp>
        <p:nvGrpSpPr>
          <p:cNvPr id="49" name="Group 48"/>
          <p:cNvGrpSpPr/>
          <p:nvPr userDrawn="1"/>
        </p:nvGrpSpPr>
        <p:grpSpPr>
          <a:xfrm>
            <a:off x="863159" y="6261321"/>
            <a:ext cx="6391339" cy="426447"/>
            <a:chOff x="863159" y="6283355"/>
            <a:chExt cx="6391339" cy="426447"/>
          </a:xfrm>
        </p:grpSpPr>
        <p:pic>
          <p:nvPicPr>
            <p:cNvPr id="50" name="Picture 4">
              <a:extLst>
                <a:ext uri="{FF2B5EF4-FFF2-40B4-BE49-F238E27FC236}">
                  <a16:creationId xmlns:a16="http://schemas.microsoft.com/office/drawing/2014/main" id="{1E10874B-1267-4536-BF26-3BC7AEADC06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71401" y="6416151"/>
              <a:ext cx="2383097" cy="182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3" descr="C:\Users\ChristineB\Seenk-D\BNPP\2015-02\PPT_43-07.png">
              <a:extLst>
                <a:ext uri="{FF2B5EF4-FFF2-40B4-BE49-F238E27FC236}">
                  <a16:creationId xmlns:a16="http://schemas.microsoft.com/office/drawing/2014/main" id="{85F625AF-08DC-4868-A0B9-9A9F4439246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863159" y="6283355"/>
              <a:ext cx="2064000" cy="426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2" name="Connecteur droit 10">
            <a:extLst>
              <a:ext uri="{FF2B5EF4-FFF2-40B4-BE49-F238E27FC236}">
                <a16:creationId xmlns:a16="http://schemas.microsoft.com/office/drawing/2014/main" id="{609CC36E-C07F-4FC5-B1C0-04E6214C400B}"/>
              </a:ext>
            </a:extLst>
          </p:cNvPr>
          <p:cNvCxnSpPr>
            <a:cxnSpLocks/>
          </p:cNvCxnSpPr>
          <p:nvPr userDrawn="1"/>
        </p:nvCxnSpPr>
        <p:spPr>
          <a:xfrm>
            <a:off x="456000" y="6102440"/>
            <a:ext cx="112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2">
            <a:extLst>
              <a:ext uri="{FF2B5EF4-FFF2-40B4-BE49-F238E27FC236}">
                <a16:creationId xmlns:a16="http://schemas.microsoft.com/office/drawing/2014/main" id="{BC0193AE-8472-4C02-BEDC-A61131C73803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numéro de diapositive 16"/>
          <p:cNvSpPr txBox="1">
            <a:spLocks noChangeArrowheads="1"/>
          </p:cNvSpPr>
          <p:nvPr userDrawn="1"/>
        </p:nvSpPr>
        <p:spPr bwMode="auto">
          <a:xfrm>
            <a:off x="11532624" y="6376899"/>
            <a:ext cx="1800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r" defTabSz="914400" rtl="0" eaLnBrk="1" latinLnBrk="0" hangingPunct="1">
              <a:defRPr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6629C6-E8D8-4E6B-8015-798ECD15B16B}" type="slidenum">
              <a:rPr lang="en-GB" sz="1100" smtClean="0">
                <a:solidFill>
                  <a:srgbClr val="000000"/>
                </a:solidFill>
              </a:rPr>
              <a:pPr/>
              <a:t>‹#›</a:t>
            </a:fld>
            <a:endParaRPr lang="en-GB" sz="1100" dirty="0">
              <a:solidFill>
                <a:srgbClr val="000000"/>
              </a:solidFill>
            </a:endParaRPr>
          </a:p>
        </p:txBody>
      </p:sp>
      <p:cxnSp>
        <p:nvCxnSpPr>
          <p:cNvPr id="12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3430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reative intro picture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27EEC-1CAE-4BF7-BBBF-FEAD149674E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" y="4"/>
            <a:ext cx="12196985" cy="6092821"/>
          </a:xfrm>
        </p:spPr>
        <p:txBody>
          <a:bodyPr/>
          <a:lstStyle>
            <a:lvl1pPr marL="0" marR="0" indent="0" algn="just" defTabSz="7429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7"/>
              </a:spcAft>
              <a:buClr>
                <a:srgbClr val="00AB8E"/>
              </a:buClr>
              <a:buSzPct val="70000"/>
              <a:buFont typeface="Wingdings" panose="05000000000000000000" pitchFamily="2" charset="2"/>
              <a:buNone/>
              <a:tabLst/>
              <a:defRPr baseline="0">
                <a:solidFill>
                  <a:schemeClr val="bg2"/>
                </a:solidFill>
              </a:defRPr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863159" y="6261321"/>
            <a:ext cx="6391339" cy="426447"/>
            <a:chOff x="863159" y="6283355"/>
            <a:chExt cx="6391339" cy="426447"/>
          </a:xfrm>
        </p:grpSpPr>
        <p:pic>
          <p:nvPicPr>
            <p:cNvPr id="47" name="Picture 4">
              <a:extLst>
                <a:ext uri="{FF2B5EF4-FFF2-40B4-BE49-F238E27FC236}">
                  <a16:creationId xmlns:a16="http://schemas.microsoft.com/office/drawing/2014/main" id="{1E10874B-1267-4536-BF26-3BC7AEADC06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71401" y="6416151"/>
              <a:ext cx="2383097" cy="182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3" descr="C:\Users\ChristineB\Seenk-D\BNPP\2015-02\PPT_43-07.png">
              <a:extLst>
                <a:ext uri="{FF2B5EF4-FFF2-40B4-BE49-F238E27FC236}">
                  <a16:creationId xmlns:a16="http://schemas.microsoft.com/office/drawing/2014/main" id="{85F625AF-08DC-4868-A0B9-9A9F4439246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863159" y="6283355"/>
              <a:ext cx="2064000" cy="426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7" name="Connecteur droit 12">
            <a:extLst>
              <a:ext uri="{FF2B5EF4-FFF2-40B4-BE49-F238E27FC236}">
                <a16:creationId xmlns:a16="http://schemas.microsoft.com/office/drawing/2014/main" id="{BC0193AE-8472-4C02-BEDC-A61131C73803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tle 1">
            <a:extLst>
              <a:ext uri="{FF2B5EF4-FFF2-40B4-BE49-F238E27FC236}">
                <a16:creationId xmlns:a16="http://schemas.microsoft.com/office/drawing/2014/main" id="{F9D7BEFE-8DCB-4251-890C-2D1A70D06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5600" y="2178000"/>
            <a:ext cx="4094376" cy="1799742"/>
          </a:xfrm>
        </p:spPr>
        <p:txBody>
          <a:bodyPr wrap="none"/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[Opening text]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AFDF7CE-3AD7-4689-A608-F8D0DA2F1BA9}"/>
              </a:ext>
            </a:extLst>
          </p:cNvPr>
          <p:cNvCxnSpPr/>
          <p:nvPr userDrawn="1"/>
        </p:nvCxnSpPr>
        <p:spPr>
          <a:xfrm>
            <a:off x="1612800" y="2178000"/>
            <a:ext cx="0" cy="1800000"/>
          </a:xfrm>
          <a:prstGeom prst="line">
            <a:avLst/>
          </a:prstGeom>
          <a:ln w="38100">
            <a:solidFill>
              <a:srgbClr val="0091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16"/>
          <p:cNvSpPr txBox="1">
            <a:spLocks noChangeArrowheads="1"/>
          </p:cNvSpPr>
          <p:nvPr userDrawn="1"/>
        </p:nvSpPr>
        <p:spPr bwMode="auto">
          <a:xfrm>
            <a:off x="11593746" y="6376899"/>
            <a:ext cx="1800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r" defTabSz="914400" rtl="0" eaLnBrk="1" latinLnBrk="0" hangingPunct="1">
              <a:defRPr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6629C6-E8D8-4E6B-8015-798ECD15B16B}" type="slidenum">
              <a:rPr lang="en-GB" sz="1100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cxnSp>
        <p:nvCxnSpPr>
          <p:cNvPr id="11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930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9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reative intro picture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863159" y="6261321"/>
            <a:ext cx="6391339" cy="426447"/>
            <a:chOff x="863159" y="6283355"/>
            <a:chExt cx="6391339" cy="426447"/>
          </a:xfrm>
        </p:grpSpPr>
        <p:pic>
          <p:nvPicPr>
            <p:cNvPr id="47" name="Picture 4">
              <a:extLst>
                <a:ext uri="{FF2B5EF4-FFF2-40B4-BE49-F238E27FC236}">
                  <a16:creationId xmlns:a16="http://schemas.microsoft.com/office/drawing/2014/main" id="{1E10874B-1267-4536-BF26-3BC7AEADC06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71401" y="6416151"/>
              <a:ext cx="2383097" cy="182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3" descr="C:\Users\ChristineB\Seenk-D\BNPP\2015-02\PPT_43-07.png">
              <a:extLst>
                <a:ext uri="{FF2B5EF4-FFF2-40B4-BE49-F238E27FC236}">
                  <a16:creationId xmlns:a16="http://schemas.microsoft.com/office/drawing/2014/main" id="{85F625AF-08DC-4868-A0B9-9A9F4439246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863159" y="6283355"/>
              <a:ext cx="2064000" cy="426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0" name="Connecteur droit 10">
            <a:extLst>
              <a:ext uri="{FF2B5EF4-FFF2-40B4-BE49-F238E27FC236}">
                <a16:creationId xmlns:a16="http://schemas.microsoft.com/office/drawing/2014/main" id="{609CC36E-C07F-4FC5-B1C0-04E6214C400B}"/>
              </a:ext>
            </a:extLst>
          </p:cNvPr>
          <p:cNvCxnSpPr>
            <a:cxnSpLocks/>
          </p:cNvCxnSpPr>
          <p:nvPr userDrawn="1"/>
        </p:nvCxnSpPr>
        <p:spPr>
          <a:xfrm>
            <a:off x="456000" y="6102440"/>
            <a:ext cx="112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812945" y="1557226"/>
            <a:ext cx="1104721" cy="10981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5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3105817" y="1557226"/>
            <a:ext cx="1104721" cy="10981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5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5398689" y="1557226"/>
            <a:ext cx="1104721" cy="10981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59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7691561" y="1557226"/>
            <a:ext cx="1104721" cy="10981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60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9984432" y="1557226"/>
            <a:ext cx="1104721" cy="10981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61" name="Title 2">
            <a:extLst>
              <a:ext uri="{FF2B5EF4-FFF2-40B4-BE49-F238E27FC236}">
                <a16:creationId xmlns:a16="http://schemas.microsoft.com/office/drawing/2014/main" id="{EFE3641C-E8D1-42A5-AC75-8C87DC65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99020"/>
            <a:ext cx="11280000" cy="7456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2" name="Connecteur droit 10">
            <a:extLst>
              <a:ext uri="{FF2B5EF4-FFF2-40B4-BE49-F238E27FC236}">
                <a16:creationId xmlns:a16="http://schemas.microsoft.com/office/drawing/2014/main" id="{1D527738-3FB3-4653-B522-DE8F47EA57BE}"/>
              </a:ext>
            </a:extLst>
          </p:cNvPr>
          <p:cNvCxnSpPr>
            <a:cxnSpLocks/>
          </p:cNvCxnSpPr>
          <p:nvPr userDrawn="1"/>
        </p:nvCxnSpPr>
        <p:spPr>
          <a:xfrm>
            <a:off x="0" y="853508"/>
            <a:ext cx="86315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12">
            <a:extLst>
              <a:ext uri="{FF2B5EF4-FFF2-40B4-BE49-F238E27FC236}">
                <a16:creationId xmlns:a16="http://schemas.microsoft.com/office/drawing/2014/main" id="{BC0193AE-8472-4C02-BEDC-A61131C73803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5CB4DEF-CBAF-41D6-B360-5711D7217D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556001" y="1634250"/>
            <a:ext cx="183600" cy="4176000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53556A5-605E-44E4-B4E8-4069917D8C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22" name="Espace réservé du numéro de diapositive 16"/>
          <p:cNvSpPr txBox="1">
            <a:spLocks noChangeArrowheads="1"/>
          </p:cNvSpPr>
          <p:nvPr userDrawn="1"/>
        </p:nvSpPr>
        <p:spPr bwMode="auto">
          <a:xfrm>
            <a:off x="11604632" y="6376899"/>
            <a:ext cx="1800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r" defTabSz="914400" rtl="0" eaLnBrk="1" latinLnBrk="0" hangingPunct="1">
              <a:defRPr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6629C6-E8D8-4E6B-8015-798ECD15B16B}" type="slidenum">
              <a:rPr lang="en-GB" sz="1100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cxnSp>
        <p:nvCxnSpPr>
          <p:cNvPr id="23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598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reative intro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333385"/>
            <a:ext cx="1026395" cy="50393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89979" rIns="91419" bIns="899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399" noProof="0" dirty="0">
              <a:solidFill>
                <a:schemeClr val="tx1"/>
              </a:solidFill>
            </a:endParaRP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EE66C334-80A9-442B-8010-1ED5C84A3A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69258" y="2697543"/>
            <a:ext cx="8853488" cy="731469"/>
          </a:xfrm>
        </p:spPr>
        <p:txBody>
          <a:bodyPr anchor="t">
            <a:noAutofit/>
          </a:bodyPr>
          <a:lstStyle>
            <a:lvl1pPr algn="ctr">
              <a:defRPr sz="4800" b="0" cap="none" baseline="0"/>
            </a:lvl1pPr>
          </a:lstStyle>
          <a:p>
            <a:r>
              <a:rPr lang="en-GB" noProof="0" dirty="0"/>
              <a:t>[Opening text]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512905" y="3673067"/>
            <a:ext cx="31323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669258" y="3885261"/>
            <a:ext cx="8853488" cy="1078523"/>
          </a:xfrm>
        </p:spPr>
        <p:txBody>
          <a:bodyPr anchor="t">
            <a:noAutofit/>
          </a:bodyPr>
          <a:lstStyle>
            <a:lvl1pPr marL="0" marR="0" indent="0" algn="ctr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969" b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" y="667657"/>
            <a:ext cx="1026396" cy="42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1" tIns="45721" rIns="45721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18" indent="-180018" algn="l" defTabSz="685866">
              <a:lnSpc>
                <a:spcPct val="95000"/>
              </a:lnSpc>
              <a:spcAft>
                <a:spcPts val="3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endParaRPr lang="en-GB" sz="1100" noProof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5B905F70-C559-4EF9-989A-802E8D5F0B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96000" y="328069"/>
            <a:ext cx="1800000" cy="180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just" defTabSz="7429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7"/>
              </a:spcAft>
              <a:buClr>
                <a:srgbClr val="00AB8E"/>
              </a:buClr>
              <a:buSzPct val="70000"/>
              <a:buFont typeface="Wingdings" panose="05000000000000000000" pitchFamily="2" charset="2"/>
              <a:buNone/>
              <a:tabLst/>
              <a:defRPr sz="985"/>
            </a:lvl1pPr>
          </a:lstStyle>
          <a:p>
            <a:r>
              <a:rPr lang="en-GB" sz="1100" dirty="0"/>
              <a:t>Click the image icon to insert your picture, upload one &gt; To adjust select Format and then crop.</a:t>
            </a:r>
            <a:endParaRPr lang="fr-FR" sz="1100" b="1" dirty="0"/>
          </a:p>
        </p:txBody>
      </p:sp>
      <p:grpSp>
        <p:nvGrpSpPr>
          <p:cNvPr id="54" name="Group 53"/>
          <p:cNvGrpSpPr/>
          <p:nvPr userDrawn="1"/>
        </p:nvGrpSpPr>
        <p:grpSpPr>
          <a:xfrm>
            <a:off x="863159" y="6261321"/>
            <a:ext cx="6391339" cy="426447"/>
            <a:chOff x="863159" y="6283355"/>
            <a:chExt cx="6391339" cy="426447"/>
          </a:xfrm>
        </p:grpSpPr>
        <p:pic>
          <p:nvPicPr>
            <p:cNvPr id="55" name="Picture 4">
              <a:extLst>
                <a:ext uri="{FF2B5EF4-FFF2-40B4-BE49-F238E27FC236}">
                  <a16:creationId xmlns:a16="http://schemas.microsoft.com/office/drawing/2014/main" id="{1E10874B-1267-4536-BF26-3BC7AEADC06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71401" y="6416151"/>
              <a:ext cx="2383097" cy="182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3" descr="C:\Users\ChristineB\Seenk-D\BNPP\2015-02\PPT_43-07.png">
              <a:extLst>
                <a:ext uri="{FF2B5EF4-FFF2-40B4-BE49-F238E27FC236}">
                  <a16:creationId xmlns:a16="http://schemas.microsoft.com/office/drawing/2014/main" id="{85F625AF-08DC-4868-A0B9-9A9F4439246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863159" y="6283355"/>
              <a:ext cx="2064000" cy="426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0" name="Connecteur droit 10">
            <a:extLst>
              <a:ext uri="{FF2B5EF4-FFF2-40B4-BE49-F238E27FC236}">
                <a16:creationId xmlns:a16="http://schemas.microsoft.com/office/drawing/2014/main" id="{609CC36E-C07F-4FC5-B1C0-04E6214C400B}"/>
              </a:ext>
            </a:extLst>
          </p:cNvPr>
          <p:cNvCxnSpPr>
            <a:cxnSpLocks/>
          </p:cNvCxnSpPr>
          <p:nvPr userDrawn="1"/>
        </p:nvCxnSpPr>
        <p:spPr>
          <a:xfrm>
            <a:off x="456000" y="6102440"/>
            <a:ext cx="112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12">
            <a:extLst>
              <a:ext uri="{FF2B5EF4-FFF2-40B4-BE49-F238E27FC236}">
                <a16:creationId xmlns:a16="http://schemas.microsoft.com/office/drawing/2014/main" id="{BC0193AE-8472-4C02-BEDC-A61131C73803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16"/>
          <p:cNvSpPr txBox="1">
            <a:spLocks noChangeArrowheads="1"/>
          </p:cNvSpPr>
          <p:nvPr userDrawn="1"/>
        </p:nvSpPr>
        <p:spPr bwMode="auto">
          <a:xfrm>
            <a:off x="11532624" y="6376899"/>
            <a:ext cx="1800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r" defTabSz="914400" rtl="0" eaLnBrk="1" latinLnBrk="0" hangingPunct="1">
              <a:defRPr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6629C6-E8D8-4E6B-8015-798ECD15B16B}" type="slidenum">
              <a:rPr lang="en-GB" sz="1100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cxnSp>
        <p:nvCxnSpPr>
          <p:cNvPr id="16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1045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redentials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55612" y="3211667"/>
            <a:ext cx="3512317" cy="383908"/>
          </a:xfrm>
        </p:spPr>
        <p:txBody>
          <a:bodyPr anchor="ctr">
            <a:noAutofit/>
          </a:bodyPr>
          <a:lstStyle>
            <a:lvl1pPr marL="0" marR="0" indent="0" algn="l" defTabSz="914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[Idea 1]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455612" y="3722199"/>
            <a:ext cx="3512317" cy="1563387"/>
          </a:xfrm>
        </p:spPr>
        <p:txBody>
          <a:bodyPr anchor="t">
            <a:noAutofit/>
          </a:bodyPr>
          <a:lstStyle>
            <a:lvl1pPr marL="0" marR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 sz="11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/>
            </a:pPr>
            <a:r>
              <a:rPr lang="en-GB" noProof="0" dirty="0"/>
              <a:t>[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Lorem ipsum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dolor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amet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vel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novum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graece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vidisse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iuvaret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ocurreret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veri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delicatissimi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sea</a:t>
            </a:r>
            <a:r>
              <a:rPr lang="en-GB" noProof="0" dirty="0"/>
              <a:t>]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4219946" y="3211667"/>
            <a:ext cx="3512318" cy="383908"/>
          </a:xfrm>
        </p:spPr>
        <p:txBody>
          <a:bodyPr anchor="ctr">
            <a:noAutofit/>
          </a:bodyPr>
          <a:lstStyle>
            <a:lvl1pPr marL="0" marR="0" indent="0" algn="l" defTabSz="914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[Idea 2]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4219946" y="3722211"/>
            <a:ext cx="3512318" cy="1563387"/>
          </a:xfrm>
        </p:spPr>
        <p:txBody>
          <a:bodyPr anchor="t">
            <a:noAutofit/>
          </a:bodyPr>
          <a:lstStyle>
            <a:lvl1pPr marL="0" marR="0" indent="0" algn="l" defTabSz="914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[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Lorem ipsum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dolor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amet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vel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novum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graece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vidisse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iuvaret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ocurreret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veri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delicatissimi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sea</a:t>
            </a:r>
            <a:r>
              <a:rPr lang="en-GB" noProof="0" dirty="0"/>
              <a:t>]</a:t>
            </a:r>
          </a:p>
          <a:p>
            <a:pPr lvl="0"/>
            <a:endParaRPr lang="en-GB" noProof="0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7984282" y="3211667"/>
            <a:ext cx="3512318" cy="383908"/>
          </a:xfrm>
        </p:spPr>
        <p:txBody>
          <a:bodyPr anchor="ctr">
            <a:noAutofit/>
          </a:bodyPr>
          <a:lstStyle>
            <a:lvl1pPr marL="0" marR="0" indent="0" algn="l" defTabSz="914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[Idea 3]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7984282" y="3722211"/>
            <a:ext cx="3512318" cy="1563387"/>
          </a:xfrm>
        </p:spPr>
        <p:txBody>
          <a:bodyPr anchor="t">
            <a:noAutofit/>
          </a:bodyPr>
          <a:lstStyle>
            <a:lvl1pPr marL="0" marR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 sz="11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1125444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200000"/>
              <a:buFont typeface="Wingdings" panose="05000000000000000000" pitchFamily="2" charset="2"/>
              <a:buNone/>
              <a:tabLst/>
              <a:defRPr/>
            </a:pPr>
            <a:r>
              <a:rPr lang="en-GB" noProof="0" dirty="0"/>
              <a:t>[[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Lorem ipsum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dolor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amet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vel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novum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graece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vidisse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, cu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iuvaret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ocurreret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sit,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veri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delicatissimi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te</a:t>
            </a:r>
            <a:r>
              <a:rPr lang="en-GB" sz="11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sea</a:t>
            </a:r>
            <a:r>
              <a:rPr lang="en-GB" noProof="0" dirty="0"/>
              <a:t>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E3641C-E8D1-42A5-AC75-8C87DC65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8E22F1F-96D6-4E1B-A0FD-F4063BAA2F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56001" y="1633538"/>
            <a:ext cx="183600" cy="4176712"/>
          </a:xfrm>
        </p:spPr>
        <p:txBody>
          <a:bodyPr vert="vert270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62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/>
            </a:lvl9pPr>
          </a:lstStyle>
          <a:p>
            <a:pPr lvl="1"/>
            <a:r>
              <a:rPr lang="en-GB" noProof="0" dirty="0"/>
              <a:t>[Source]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0BE56FE-FF41-49F4-85E3-11C78F715D0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998" y="5818859"/>
            <a:ext cx="11088301" cy="288000"/>
          </a:xfrm>
        </p:spPr>
        <p:txBody>
          <a:bodyPr vert="horz" tIns="36000" rIns="0" bIns="36000" anchor="b" anchorCtr="0">
            <a:noAutofit/>
          </a:bodyPr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800" b="0" i="1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[Footnote]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378A37D-DD8A-43F4-9558-E50039F1B6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121334" y="1885822"/>
            <a:ext cx="2180872" cy="1085267"/>
          </a:xfrm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fr-FR" dirty="0"/>
              <a:t>Image icon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F284EE8A-05CD-4D4A-8E08-FCEA70B9B43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885669" y="1885822"/>
            <a:ext cx="2180872" cy="1085267"/>
          </a:xfrm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fr-FR" dirty="0"/>
              <a:t>Image icon</a:t>
            </a:r>
            <a:endParaRPr lang="en-US" dirty="0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DFC685-1DD7-40D1-B326-175E237AD4C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650005" y="1885822"/>
            <a:ext cx="2180872" cy="1085267"/>
          </a:xfrm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fr-FR" dirty="0"/>
              <a:t>Image icon</a:t>
            </a:r>
            <a:endParaRPr lang="en-US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F8DC0CBF-3DCC-4262-A8FC-C2C36EDF584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6000" y="871200"/>
            <a:ext cx="11280000" cy="468000"/>
          </a:xfrm>
        </p:spPr>
        <p:txBody>
          <a:bodyPr/>
          <a:lstStyle>
            <a:lvl1pPr marL="0" marR="0" indent="0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400" b="1"/>
            </a:lvl1pPr>
            <a:lvl2pPr marL="0" indent="0">
              <a:buNone/>
              <a:defRPr sz="1400" b="1"/>
            </a:lvl2pPr>
            <a:lvl3pPr marL="0" indent="0">
              <a:buNone/>
              <a:defRPr sz="1400" b="1"/>
            </a:lvl3pPr>
            <a:lvl4pPr marL="0" indent="0">
              <a:buNone/>
              <a:defRPr sz="1400" b="1"/>
            </a:lvl4pPr>
            <a:lvl5pPr marL="0" indent="0">
              <a:buNone/>
              <a:defRPr sz="1400" b="1"/>
            </a:lvl5pPr>
            <a:lvl6pPr marL="0" indent="0">
              <a:buNone/>
              <a:defRPr sz="1400" b="1"/>
            </a:lvl6pPr>
            <a:lvl7pPr marL="0" indent="0">
              <a:buNone/>
              <a:defRPr sz="1400" b="1"/>
            </a:lvl7pPr>
            <a:lvl8pPr marL="0" indent="0">
              <a:buNone/>
              <a:defRPr sz="1400" b="1"/>
            </a:lvl8pPr>
            <a:lvl9pPr marL="0" indent="0">
              <a:buNone/>
              <a:defRPr sz="1400" b="1"/>
            </a:lvl9pPr>
          </a:lstStyle>
          <a:p>
            <a:pPr marL="211021" marR="0" lvl="0" indent="-211021" algn="just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tabLst/>
              <a:defRPr/>
            </a:pPr>
            <a:r>
              <a:rPr lang="en-GB" noProof="0" dirty="0"/>
              <a:t>[Subtitle / Key messages]</a:t>
            </a:r>
          </a:p>
        </p:txBody>
      </p:sp>
      <p:cxnSp>
        <p:nvCxnSpPr>
          <p:cNvPr id="16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486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ynthe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3AC9EB-D4C8-4CFA-A65D-02E57337A2DF}"/>
              </a:ext>
            </a:extLst>
          </p:cNvPr>
          <p:cNvSpPr/>
          <p:nvPr userDrawn="1"/>
        </p:nvSpPr>
        <p:spPr>
          <a:xfrm>
            <a:off x="5" y="0"/>
            <a:ext cx="4343401" cy="61173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noProof="0" dirty="0">
              <a:solidFill>
                <a:schemeClr val="tx1"/>
              </a:solidFill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56000" y="1440806"/>
            <a:ext cx="3311328" cy="674688"/>
          </a:xfrm>
        </p:spPr>
        <p:txBody>
          <a:bodyPr anchor="ctr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24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[Contacts]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5622881" y="1164530"/>
            <a:ext cx="6113506" cy="442573"/>
          </a:xfrm>
        </p:spPr>
        <p:txBody>
          <a:bodyPr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[Key message]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5622881" y="2074965"/>
            <a:ext cx="6113506" cy="340859"/>
          </a:xfrm>
        </p:spPr>
        <p:txBody>
          <a:bodyPr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1" i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5622881" y="4199805"/>
            <a:ext cx="6113506" cy="340859"/>
          </a:xfrm>
        </p:spPr>
        <p:txBody>
          <a:bodyPr anchor="t">
            <a:noAutofit/>
          </a:bodyPr>
          <a:lstStyle>
            <a:lvl1pPr marL="0" marR="0" indent="0" algn="l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tabLst/>
              <a:defRPr sz="1400" b="1" i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FE9DD49A-F957-4F9D-BED9-9EF7095A3B6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22881" y="2419545"/>
            <a:ext cx="6113506" cy="1312386"/>
          </a:xfrm>
        </p:spPr>
        <p:txBody>
          <a:bodyPr/>
          <a:lstStyle>
            <a:lvl1pPr marL="221544">
              <a:lnSpc>
                <a:spcPct val="95000"/>
              </a:lnSpc>
              <a:buSzPct val="90000"/>
              <a:defRPr/>
            </a:lvl1pPr>
            <a:lvl2pPr marL="221544">
              <a:lnSpc>
                <a:spcPct val="95000"/>
              </a:lnSpc>
              <a:buSzPct val="90000"/>
              <a:defRPr/>
            </a:lvl2pPr>
            <a:lvl3pPr marL="221544">
              <a:lnSpc>
                <a:spcPct val="95000"/>
              </a:lnSpc>
              <a:buSzPct val="90000"/>
              <a:defRPr/>
            </a:lvl3pPr>
            <a:lvl4pPr marL="221544">
              <a:lnSpc>
                <a:spcPct val="95000"/>
              </a:lnSpc>
              <a:buSzPct val="90000"/>
              <a:defRPr/>
            </a:lvl4pPr>
            <a:lvl5pPr marL="221544">
              <a:lnSpc>
                <a:spcPct val="95000"/>
              </a:lnSpc>
              <a:buSzPct val="90000"/>
              <a:defRPr/>
            </a:lvl5pPr>
            <a:lvl6pPr marL="221544">
              <a:lnSpc>
                <a:spcPct val="95000"/>
              </a:lnSpc>
              <a:buSzPct val="90000"/>
              <a:defRPr/>
            </a:lvl6pPr>
            <a:lvl7pPr marL="221544">
              <a:lnSpc>
                <a:spcPct val="95000"/>
              </a:lnSpc>
              <a:buSzPct val="90000"/>
              <a:defRPr/>
            </a:lvl7pPr>
            <a:lvl8pPr marL="221544">
              <a:lnSpc>
                <a:spcPct val="95000"/>
              </a:lnSpc>
              <a:buSzPct val="90000"/>
              <a:defRPr/>
            </a:lvl8pPr>
            <a:lvl9pPr marL="221544">
              <a:lnSpc>
                <a:spcPct val="95000"/>
              </a:lnSpc>
              <a:buSzPct val="90000"/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8E50BD5B-9361-4496-8C04-0B7A470752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622881" y="4544385"/>
            <a:ext cx="6113506" cy="1312386"/>
          </a:xfrm>
        </p:spPr>
        <p:txBody>
          <a:bodyPr/>
          <a:lstStyle>
            <a:lvl1pPr marL="221544">
              <a:lnSpc>
                <a:spcPct val="95000"/>
              </a:lnSpc>
              <a:buSzPct val="90000"/>
              <a:defRPr/>
            </a:lvl1pPr>
            <a:lvl2pPr marL="221544">
              <a:lnSpc>
                <a:spcPct val="95000"/>
              </a:lnSpc>
              <a:buSzPct val="90000"/>
              <a:defRPr/>
            </a:lvl2pPr>
            <a:lvl3pPr marL="221544">
              <a:lnSpc>
                <a:spcPct val="95000"/>
              </a:lnSpc>
              <a:buSzPct val="90000"/>
              <a:defRPr/>
            </a:lvl3pPr>
            <a:lvl4pPr marL="221544">
              <a:lnSpc>
                <a:spcPct val="95000"/>
              </a:lnSpc>
              <a:buSzPct val="90000"/>
              <a:defRPr/>
            </a:lvl4pPr>
            <a:lvl5pPr marL="221544">
              <a:lnSpc>
                <a:spcPct val="95000"/>
              </a:lnSpc>
              <a:buSzPct val="90000"/>
              <a:defRPr/>
            </a:lvl5pPr>
            <a:lvl6pPr marL="221544">
              <a:lnSpc>
                <a:spcPct val="95000"/>
              </a:lnSpc>
              <a:buSzPct val="90000"/>
              <a:defRPr/>
            </a:lvl6pPr>
            <a:lvl7pPr marL="221544">
              <a:lnSpc>
                <a:spcPct val="95000"/>
              </a:lnSpc>
              <a:buSzPct val="90000"/>
              <a:defRPr/>
            </a:lvl7pPr>
            <a:lvl8pPr marL="221544">
              <a:lnSpc>
                <a:spcPct val="95000"/>
              </a:lnSpc>
              <a:buSzPct val="90000"/>
              <a:defRPr/>
            </a:lvl8pPr>
            <a:lvl9pPr marL="221544">
              <a:lnSpc>
                <a:spcPct val="95000"/>
              </a:lnSpc>
              <a:buSzPct val="90000"/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51C2C85-DA5F-4A19-B61F-C5B4B8052C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2360" y="425822"/>
            <a:ext cx="6114028" cy="674688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[Conclusion]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C25F2C-262D-4194-96AF-87C48A79189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6005" y="2113772"/>
            <a:ext cx="3643642" cy="252000"/>
          </a:xfrm>
        </p:spPr>
        <p:txBody>
          <a:bodyPr/>
          <a:lstStyle>
            <a:lvl1pPr marL="0" indent="0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 b="1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 b="1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200" b="1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200" b="1">
                <a:solidFill>
                  <a:schemeClr val="bg1"/>
                </a:solidFill>
              </a:defRPr>
            </a:lvl5pPr>
            <a:lvl6pPr marL="0" indent="0">
              <a:buFontTx/>
              <a:buNone/>
              <a:defRPr sz="1200" b="1">
                <a:solidFill>
                  <a:schemeClr val="bg1"/>
                </a:solidFill>
              </a:defRPr>
            </a:lvl6pPr>
            <a:lvl7pPr marL="0" indent="0">
              <a:buFontTx/>
              <a:buNone/>
              <a:defRPr sz="1200" b="1">
                <a:solidFill>
                  <a:schemeClr val="bg1"/>
                </a:solidFill>
              </a:defRPr>
            </a:lvl7pPr>
            <a:lvl8pPr marL="0" indent="0">
              <a:buFontTx/>
              <a:buNone/>
              <a:defRPr sz="1200" b="1">
                <a:solidFill>
                  <a:schemeClr val="bg1"/>
                </a:solidFill>
              </a:defRPr>
            </a:lvl8pPr>
            <a:lvl9pPr marL="0" indent="0">
              <a:buFontTx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[John Smith]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ADC3752-6E6D-47BF-A187-39F66962E7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6005" y="2366960"/>
            <a:ext cx="3643642" cy="702000"/>
          </a:xfrm>
        </p:spPr>
        <p:txBody>
          <a:bodyPr/>
          <a:lstStyle>
            <a:lvl1pPr marL="0" indent="0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 b="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 b="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200" b="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buFontTx/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buFontTx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buFontTx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buFontTx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[Title]</a:t>
            </a:r>
            <a:br>
              <a:rPr lang="en-US" dirty="0"/>
            </a:br>
            <a:r>
              <a:rPr lang="en-US" dirty="0"/>
              <a:t>[email]</a:t>
            </a:r>
            <a:br>
              <a:rPr lang="en-US" dirty="0"/>
            </a:br>
            <a:r>
              <a:rPr lang="en-US" dirty="0"/>
              <a:t>[phone]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D9BD79D7-46A4-4159-9EF9-DEFDA9EC2E9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6005" y="3483687"/>
            <a:ext cx="3643642" cy="252000"/>
          </a:xfrm>
        </p:spPr>
        <p:txBody>
          <a:bodyPr/>
          <a:lstStyle>
            <a:lvl1pPr marL="0" indent="0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 b="1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 b="1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200" b="1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200" b="1">
                <a:solidFill>
                  <a:schemeClr val="bg1"/>
                </a:solidFill>
              </a:defRPr>
            </a:lvl5pPr>
            <a:lvl6pPr marL="0" indent="0">
              <a:buFontTx/>
              <a:buNone/>
              <a:defRPr sz="1200" b="1">
                <a:solidFill>
                  <a:schemeClr val="bg1"/>
                </a:solidFill>
              </a:defRPr>
            </a:lvl6pPr>
            <a:lvl7pPr marL="0" indent="0">
              <a:buFontTx/>
              <a:buNone/>
              <a:defRPr sz="1200" b="1">
                <a:solidFill>
                  <a:schemeClr val="bg1"/>
                </a:solidFill>
              </a:defRPr>
            </a:lvl7pPr>
            <a:lvl8pPr marL="0" indent="0">
              <a:buFontTx/>
              <a:buNone/>
              <a:defRPr sz="1200" b="1">
                <a:solidFill>
                  <a:schemeClr val="bg1"/>
                </a:solidFill>
              </a:defRPr>
            </a:lvl8pPr>
            <a:lvl9pPr marL="0" indent="0">
              <a:buFontTx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[John Smith]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BA026B-78E8-4901-BB1B-B5B1043C2A6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6005" y="3736875"/>
            <a:ext cx="3643642" cy="702000"/>
          </a:xfrm>
        </p:spPr>
        <p:txBody>
          <a:bodyPr/>
          <a:lstStyle>
            <a:lvl1pPr marL="0" indent="0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 b="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 b="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200" b="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buFontTx/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buFontTx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buFontTx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buFontTx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[Title]</a:t>
            </a:r>
            <a:br>
              <a:rPr lang="en-US" dirty="0"/>
            </a:br>
            <a:r>
              <a:rPr lang="en-US" dirty="0"/>
              <a:t>[email]</a:t>
            </a:r>
            <a:br>
              <a:rPr lang="en-US" dirty="0"/>
            </a:br>
            <a:r>
              <a:rPr lang="en-US" dirty="0"/>
              <a:t>[phone]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B6E54716-1226-46E3-A07B-663E25BF838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6005" y="4853601"/>
            <a:ext cx="3643642" cy="252000"/>
          </a:xfrm>
        </p:spPr>
        <p:txBody>
          <a:bodyPr/>
          <a:lstStyle>
            <a:lvl1pPr marL="0" indent="0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 b="1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 b="1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200" b="1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200" b="1">
                <a:solidFill>
                  <a:schemeClr val="bg1"/>
                </a:solidFill>
              </a:defRPr>
            </a:lvl5pPr>
            <a:lvl6pPr marL="0" indent="0">
              <a:buFontTx/>
              <a:buNone/>
              <a:defRPr sz="1200" b="1">
                <a:solidFill>
                  <a:schemeClr val="bg1"/>
                </a:solidFill>
              </a:defRPr>
            </a:lvl6pPr>
            <a:lvl7pPr marL="0" indent="0">
              <a:buFontTx/>
              <a:buNone/>
              <a:defRPr sz="1200" b="1">
                <a:solidFill>
                  <a:schemeClr val="bg1"/>
                </a:solidFill>
              </a:defRPr>
            </a:lvl7pPr>
            <a:lvl8pPr marL="0" indent="0">
              <a:buFontTx/>
              <a:buNone/>
              <a:defRPr sz="1200" b="1">
                <a:solidFill>
                  <a:schemeClr val="bg1"/>
                </a:solidFill>
              </a:defRPr>
            </a:lvl8pPr>
            <a:lvl9pPr marL="0" indent="0">
              <a:buFontTx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[John Smith]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150A77F-B235-4225-AE3A-A72D122A456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6005" y="5106789"/>
            <a:ext cx="3643642" cy="702000"/>
          </a:xfrm>
        </p:spPr>
        <p:txBody>
          <a:bodyPr/>
          <a:lstStyle>
            <a:lvl1pPr marL="0" indent="0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 b="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 b="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200" b="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200" b="0">
                <a:solidFill>
                  <a:schemeClr val="bg1"/>
                </a:solidFill>
              </a:defRPr>
            </a:lvl5pPr>
            <a:lvl6pPr marL="0" indent="0">
              <a:buFontTx/>
              <a:buNone/>
              <a:defRPr sz="1200" b="0">
                <a:solidFill>
                  <a:schemeClr val="bg1"/>
                </a:solidFill>
              </a:defRPr>
            </a:lvl6pPr>
            <a:lvl7pPr marL="0" indent="0">
              <a:buFontTx/>
              <a:buNone/>
              <a:defRPr sz="1200" b="0">
                <a:solidFill>
                  <a:schemeClr val="bg1"/>
                </a:solidFill>
              </a:defRPr>
            </a:lvl7pPr>
            <a:lvl8pPr marL="0" indent="0">
              <a:buFontTx/>
              <a:buNone/>
              <a:defRPr sz="1200" b="0">
                <a:solidFill>
                  <a:schemeClr val="bg1"/>
                </a:solidFill>
              </a:defRPr>
            </a:lvl8pPr>
            <a:lvl9pPr marL="0" indent="0">
              <a:buFontTx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[Title]</a:t>
            </a:r>
            <a:br>
              <a:rPr lang="en-US" dirty="0"/>
            </a:br>
            <a:r>
              <a:rPr lang="en-US" dirty="0"/>
              <a:t>[email]</a:t>
            </a:r>
            <a:br>
              <a:rPr lang="en-US" dirty="0"/>
            </a:br>
            <a:r>
              <a:rPr lang="en-US" dirty="0"/>
              <a:t>[phone]</a:t>
            </a:r>
          </a:p>
        </p:txBody>
      </p:sp>
      <p:cxnSp>
        <p:nvCxnSpPr>
          <p:cNvPr id="19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0E90931-B523-4FA2-B4D4-0D475604C57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51373" y="7525476"/>
            <a:ext cx="2664297" cy="288000"/>
          </a:xfrm>
        </p:spPr>
        <p:txBody>
          <a:bodyPr vert="horz" tIns="36000" rIns="0" bIns="36000" anchor="ctr" anchorCtr="0">
            <a:noAutofit/>
          </a:bodyPr>
          <a:lstStyle>
            <a:lvl1pPr marL="0" marR="0" indent="0" algn="r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100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Footer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0E90931-B523-4FA2-B4D4-0D475604C57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292371" y="7525476"/>
            <a:ext cx="990601" cy="288000"/>
          </a:xfrm>
        </p:spPr>
        <p:txBody>
          <a:bodyPr vert="horz" tIns="36000" rIns="0" bIns="36000" anchor="ctr" anchorCtr="0">
            <a:noAutofit/>
          </a:bodyPr>
          <a:lstStyle>
            <a:lvl1pPr marL="0" marR="0" indent="0" algn="ctr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100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7919475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1513BF8-3A55-4B77-B07B-713CC8BEF4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000" y="944563"/>
            <a:ext cx="11280000" cy="50053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6"/>
              </a:spcBef>
              <a:spcAft>
                <a:spcPts val="738"/>
              </a:spcAft>
              <a:buNone/>
              <a:defRPr sz="900"/>
            </a:lvl1pPr>
            <a:lvl2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2pPr>
            <a:lvl3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3pPr>
            <a:lvl4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4pPr>
            <a:lvl5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5pPr>
            <a:lvl6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6pPr>
            <a:lvl7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7pPr>
            <a:lvl8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8pPr>
            <a:lvl9pPr marL="0" indent="0">
              <a:lnSpc>
                <a:spcPct val="120000"/>
              </a:lnSpc>
              <a:spcBef>
                <a:spcPts val="246"/>
              </a:spcBef>
              <a:spcAft>
                <a:spcPts val="738"/>
              </a:spcAft>
              <a:buNone/>
              <a:defRPr sz="1108"/>
            </a:lvl9pPr>
          </a:lstStyle>
          <a:p>
            <a:pPr lvl="0"/>
            <a:r>
              <a:rPr lang="en-GB" noProof="0" dirty="0"/>
              <a:t>[Disclaimer]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517284-1B18-42E3-9624-D58889E6D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Connecteur droit 12">
            <a:extLst>
              <a:ext uri="{FF2B5EF4-FFF2-40B4-BE49-F238E27FC236}">
                <a16:creationId xmlns:a16="http://schemas.microsoft.com/office/drawing/2014/main" id="{B1095E8A-3424-46DC-855C-C1B6665DB589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0E90931-B523-4FA2-B4D4-0D475604C57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51373" y="7525476"/>
            <a:ext cx="2664297" cy="288000"/>
          </a:xfrm>
        </p:spPr>
        <p:txBody>
          <a:bodyPr vert="horz" tIns="36000" rIns="0" bIns="36000" anchor="ctr" anchorCtr="0">
            <a:noAutofit/>
          </a:bodyPr>
          <a:lstStyle>
            <a:lvl1pPr marL="0" marR="0" indent="0" algn="r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100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Footer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0E90931-B523-4FA2-B4D4-0D475604C5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292371" y="7525476"/>
            <a:ext cx="990601" cy="288000"/>
          </a:xfrm>
        </p:spPr>
        <p:txBody>
          <a:bodyPr vert="horz" tIns="36000" rIns="0" bIns="36000" anchor="ctr" anchorCtr="0">
            <a:noAutofit/>
          </a:bodyPr>
          <a:lstStyle>
            <a:lvl1pPr marL="0" marR="0" indent="0" algn="ctr" defTabSz="9144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tabLst/>
              <a:defRPr sz="1100" b="0" i="0" baseline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862" i="1"/>
            </a:lvl9pPr>
          </a:lstStyle>
          <a:p>
            <a:pPr lvl="0"/>
            <a:r>
              <a:rPr lang="en-GB" noProof="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2692997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333385"/>
            <a:ext cx="1026395" cy="50393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9" tIns="89979" rIns="91419" bIns="899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399" noProof="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" y="667657"/>
            <a:ext cx="1026396" cy="420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1" tIns="45721" rIns="45721" bIns="4572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18" indent="-180018" algn="l" defTabSz="685866">
              <a:lnSpc>
                <a:spcPct val="95000"/>
              </a:lnSpc>
              <a:spcAft>
                <a:spcPts val="3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endParaRPr lang="en-GB" sz="1100" noProof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AC9EB-D4C8-4CFA-A65D-02E57337A2DF}"/>
              </a:ext>
            </a:extLst>
          </p:cNvPr>
          <p:cNvSpPr/>
          <p:nvPr userDrawn="1"/>
        </p:nvSpPr>
        <p:spPr>
          <a:xfrm>
            <a:off x="0" y="5805488"/>
            <a:ext cx="12192000" cy="1052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503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2951101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75" imgH="476" progId="TCLayout.ActiveDocument.1">
                  <p:embed/>
                </p:oleObj>
              </mc:Choice>
              <mc:Fallback>
                <p:oleObj name="think-cell Slide" r:id="rId31" imgW="475" imgH="476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F3F3F3"/>
          </a:solidFill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defTabSz="1125444" eaLnBrk="1" fontAlgn="base">
              <a:lnSpc>
                <a:spcPct val="95000"/>
              </a:lnSpc>
              <a:spcAft>
                <a:spcPts val="300"/>
              </a:spcAft>
              <a:buClr>
                <a:srgbClr val="00915A"/>
              </a:buClr>
              <a:buSzPct val="100000"/>
              <a:buFontTx/>
              <a:buNone/>
            </a:pPr>
            <a:endParaRPr lang="en-US" sz="2400" b="1" i="0" baseline="0" dirty="0">
              <a:solidFill>
                <a:srgbClr val="000000"/>
              </a:solidFill>
              <a:latin typeface="Arial Narrow" panose="020B0606020202030204" pitchFamily="34" charset="0"/>
              <a:ea typeface="+mj-ea"/>
              <a:cs typeface="+mj-cs"/>
              <a:sym typeface="Arial Narrow" panose="020B0606020202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6000" y="1629264"/>
            <a:ext cx="11280000" cy="4176000"/>
          </a:xfrm>
          <a:prstGeom prst="rect">
            <a:avLst/>
          </a:prstGeom>
        </p:spPr>
        <p:txBody>
          <a:bodyPr vert="horz" lIns="36000" tIns="45720" rIns="36000" bIns="45720" rtlCol="0">
            <a:noAutofit/>
          </a:bodyPr>
          <a:lstStyle/>
          <a:p>
            <a:pPr lvl="0"/>
            <a:r>
              <a:rPr lang="en-GB" noProof="0" dirty="0"/>
              <a:t>Use Alt + Shift + Right/Left arrow to navigate through text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6000" y="99020"/>
            <a:ext cx="11280000" cy="745664"/>
          </a:xfrm>
          <a:prstGeom prst="rect">
            <a:avLst/>
          </a:prstGeom>
        </p:spPr>
        <p:txBody>
          <a:bodyPr vert="horz" lIns="36000" tIns="46800" rIns="36000" bIns="46800" rtlCol="0" anchor="ctr">
            <a:noAutofit/>
          </a:bodyPr>
          <a:lstStyle/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cxnSp>
        <p:nvCxnSpPr>
          <p:cNvPr id="60" name="Connecteur droit 10">
            <a:extLst>
              <a:ext uri="{FF2B5EF4-FFF2-40B4-BE49-F238E27FC236}">
                <a16:creationId xmlns:a16="http://schemas.microsoft.com/office/drawing/2014/main" id="{609CC36E-C07F-4FC5-B1C0-04E6214C400B}"/>
              </a:ext>
            </a:extLst>
          </p:cNvPr>
          <p:cNvCxnSpPr>
            <a:cxnSpLocks/>
          </p:cNvCxnSpPr>
          <p:nvPr userDrawn="1"/>
        </p:nvCxnSpPr>
        <p:spPr>
          <a:xfrm>
            <a:off x="456000" y="6102440"/>
            <a:ext cx="112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12">
            <a:extLst>
              <a:ext uri="{FF2B5EF4-FFF2-40B4-BE49-F238E27FC236}">
                <a16:creationId xmlns:a16="http://schemas.microsoft.com/office/drawing/2014/main" id="{BC0193AE-8472-4C02-BEDC-A61131C73803}"/>
              </a:ext>
            </a:extLst>
          </p:cNvPr>
          <p:cNvCxnSpPr>
            <a:cxnSpLocks/>
          </p:cNvCxnSpPr>
          <p:nvPr userDrawn="1"/>
        </p:nvCxnSpPr>
        <p:spPr>
          <a:xfrm>
            <a:off x="11282972" y="6376899"/>
            <a:ext cx="0" cy="180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10">
            <a:extLst>
              <a:ext uri="{FF2B5EF4-FFF2-40B4-BE49-F238E27FC236}">
                <a16:creationId xmlns:a16="http://schemas.microsoft.com/office/drawing/2014/main" id="{1D527738-3FB3-4653-B522-DE8F47EA57BE}"/>
              </a:ext>
            </a:extLst>
          </p:cNvPr>
          <p:cNvCxnSpPr>
            <a:cxnSpLocks/>
          </p:cNvCxnSpPr>
          <p:nvPr userDrawn="1"/>
        </p:nvCxnSpPr>
        <p:spPr>
          <a:xfrm>
            <a:off x="0" y="853508"/>
            <a:ext cx="86315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16"/>
          <p:cNvSpPr txBox="1">
            <a:spLocks noChangeArrowheads="1"/>
          </p:cNvSpPr>
          <p:nvPr userDrawn="1"/>
        </p:nvSpPr>
        <p:spPr bwMode="auto">
          <a:xfrm>
            <a:off x="11605242" y="6376899"/>
            <a:ext cx="135236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r" defTabSz="914400" rtl="0" eaLnBrk="1" latinLnBrk="0" hangingPunct="1">
              <a:defRPr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6629C6-E8D8-4E6B-8015-798ECD15B16B}" type="slidenum">
              <a:rPr lang="en-GB" sz="1100" smtClean="0">
                <a:solidFill>
                  <a:srgbClr val="000000"/>
                </a:solidFill>
              </a:rPr>
              <a:pPr/>
              <a:t>‹#›</a:t>
            </a:fld>
            <a:endParaRPr lang="en-GB" sz="1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51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28" r:id="rId2"/>
    <p:sldLayoutId id="2147483737" r:id="rId3"/>
    <p:sldLayoutId id="2147483754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52" r:id="rId12"/>
    <p:sldLayoutId id="2147483753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  <p:sldLayoutId id="2147483744" r:id="rId20"/>
    <p:sldLayoutId id="2147483745" r:id="rId21"/>
    <p:sldLayoutId id="2147483746" r:id="rId22"/>
    <p:sldLayoutId id="2147483747" r:id="rId23"/>
    <p:sldLayoutId id="2147483748" r:id="rId24"/>
    <p:sldLayoutId id="2147483749" r:id="rId25"/>
    <p:sldLayoutId id="2147483750" r:id="rId26"/>
    <p:sldLayoutId id="2147483751" r:id="rId27"/>
  </p:sldLayoutIdLst>
  <p:hf hdr="0"/>
  <p:txStyles>
    <p:titleStyle>
      <a:lvl1pPr algn="l" defTabSz="914462" rtl="0" eaLnBrk="1" latinLnBrk="0" hangingPunct="1">
        <a:lnSpc>
          <a:spcPct val="90000"/>
        </a:lnSpc>
        <a:spcBef>
          <a:spcPct val="0"/>
        </a:spcBef>
        <a:buNone/>
        <a:defRPr sz="2400" b="1" kern="1200" cap="none" baseline="0">
          <a:solidFill>
            <a:srgbClr val="3949AB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1125444" rtl="0" eaLnBrk="1" fontAlgn="base" latinLnBrk="0" hangingPunct="1">
        <a:lnSpc>
          <a:spcPct val="95000"/>
        </a:lnSpc>
        <a:spcBef>
          <a:spcPts val="0"/>
        </a:spcBef>
        <a:spcAft>
          <a:spcPts val="300"/>
        </a:spcAft>
        <a:buClr>
          <a:srgbClr val="00915A"/>
        </a:buClr>
        <a:buSzPct val="70000"/>
        <a:buFont typeface="Wingdings" panose="05000000000000000000" pitchFamily="2" charset="2"/>
        <a:buChar char="n"/>
        <a:defRPr lang="en-US" sz="1100" kern="1200" baseline="0" noProof="0" dirty="0" smtClean="0">
          <a:solidFill>
            <a:srgbClr val="000000"/>
          </a:solidFill>
          <a:latin typeface="+mn-lt"/>
          <a:ea typeface="+mn-ea"/>
          <a:cs typeface="+mn-cs"/>
        </a:defRPr>
      </a:lvl1pPr>
      <a:lvl2pPr marL="447675" indent="-179388" algn="l" defTabSz="1125444" rtl="0" eaLnBrk="1" fontAlgn="base" latinLnBrk="0" hangingPunct="1">
        <a:lnSpc>
          <a:spcPct val="95000"/>
        </a:lnSpc>
        <a:spcBef>
          <a:spcPts val="0"/>
        </a:spcBef>
        <a:spcAft>
          <a:spcPts val="300"/>
        </a:spcAft>
        <a:buClr>
          <a:srgbClr val="00915A"/>
        </a:buClr>
        <a:buSzPct val="100000"/>
        <a:buFont typeface="Wingdings" panose="05000000000000000000" pitchFamily="2" charset="2"/>
        <a:buChar char="§"/>
        <a:defRPr lang="en-GB" sz="1100" kern="1200" baseline="0" noProof="0" dirty="0">
          <a:solidFill>
            <a:srgbClr val="000000"/>
          </a:solidFill>
          <a:latin typeface="+mn-lt"/>
          <a:ea typeface="+mn-ea"/>
          <a:cs typeface="+mn-cs"/>
        </a:defRPr>
      </a:lvl2pPr>
      <a:lvl3pPr marL="717550" indent="-179388" algn="l" defTabSz="1125444" rtl="0" eaLnBrk="1" fontAlgn="base" latinLnBrk="0" hangingPunct="1">
        <a:lnSpc>
          <a:spcPct val="95000"/>
        </a:lnSpc>
        <a:spcBef>
          <a:spcPts val="0"/>
        </a:spcBef>
        <a:spcAft>
          <a:spcPts val="300"/>
        </a:spcAft>
        <a:buClr>
          <a:srgbClr val="00915A"/>
        </a:buClr>
        <a:buSzPct val="100000"/>
        <a:buFont typeface="Wingdings" panose="05000000000000000000" pitchFamily="2" charset="2"/>
        <a:buChar char="§"/>
        <a:defRPr lang="en-GB" sz="1100" kern="1200" baseline="0" noProof="0" dirty="0">
          <a:solidFill>
            <a:srgbClr val="000000"/>
          </a:solidFill>
          <a:latin typeface="+mn-lt"/>
          <a:ea typeface="+mn-ea"/>
          <a:cs typeface="+mn-cs"/>
        </a:defRPr>
      </a:lvl3pPr>
      <a:lvl4pPr marL="886176" indent="-220791" algn="l" defTabSz="1125444" rtl="0" eaLnBrk="1" fontAlgn="base" latinLnBrk="0" hangingPunct="1">
        <a:lnSpc>
          <a:spcPct val="95000"/>
        </a:lnSpc>
        <a:spcBef>
          <a:spcPts val="0"/>
        </a:spcBef>
        <a:spcAft>
          <a:spcPts val="300"/>
        </a:spcAft>
        <a:buClr>
          <a:srgbClr val="00915A"/>
        </a:buClr>
        <a:buSzPct val="60000"/>
        <a:buFont typeface="Wingdings" panose="05000000000000000000" pitchFamily="2" charset="2"/>
        <a:buChar char="n"/>
        <a:defRPr lang="en-GB" sz="1100" kern="1200" baseline="0" noProof="0" dirty="0">
          <a:solidFill>
            <a:srgbClr val="000000"/>
          </a:solidFill>
          <a:latin typeface="+mn-lt"/>
          <a:ea typeface="+mn-ea"/>
          <a:cs typeface="+mn-cs"/>
        </a:defRPr>
      </a:lvl4pPr>
      <a:lvl5pPr marL="1107720" indent="-220791" algn="l" defTabSz="1125444" rtl="0" eaLnBrk="1" fontAlgn="base" latinLnBrk="0" hangingPunct="1">
        <a:lnSpc>
          <a:spcPct val="95000"/>
        </a:lnSpc>
        <a:spcBef>
          <a:spcPts val="0"/>
        </a:spcBef>
        <a:spcAft>
          <a:spcPts val="300"/>
        </a:spcAft>
        <a:buClr>
          <a:srgbClr val="00915A"/>
        </a:buClr>
        <a:buSzPct val="60000"/>
        <a:buFont typeface="Wingdings" panose="05000000000000000000" pitchFamily="2" charset="2"/>
        <a:buChar char="n"/>
        <a:defRPr lang="en-GB" sz="1100" kern="1200" baseline="0" noProof="0" dirty="0">
          <a:solidFill>
            <a:srgbClr val="000000"/>
          </a:solidFill>
          <a:latin typeface="+mn-lt"/>
          <a:ea typeface="+mn-ea"/>
          <a:cs typeface="+mn-cs"/>
        </a:defRPr>
      </a:lvl5pPr>
      <a:lvl6pPr marL="1545706" indent="-225613" algn="just" defTabSz="914462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915A"/>
        </a:buClr>
        <a:buSzPct val="55000"/>
        <a:buFont typeface="Wingdings" panose="05000000000000000000" pitchFamily="2" charset="2"/>
        <a:buChar char="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45706" indent="-225613" algn="just" defTabSz="914462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545706" indent="-225613" algn="just" defTabSz="914462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915A"/>
        </a:buClr>
        <a:buSzPct val="55000"/>
        <a:buFont typeface="Wingdings" panose="05000000000000000000" pitchFamily="2" charset="2"/>
        <a:buChar char="n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545706" indent="-225613" algn="just" defTabSz="914462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915A"/>
        </a:buClr>
        <a:buSzPct val="55000"/>
        <a:buFont typeface="Wingdings" panose="05000000000000000000" pitchFamily="2" charset="2"/>
        <a:buChar char="n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232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462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695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927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6159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390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622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854" algn="l" defTabSz="91446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283" userDrawn="1">
          <p15:clr>
            <a:srgbClr val="F26B43"/>
          </p15:clr>
        </p15:guide>
        <p15:guide id="13" pos="7402" userDrawn="1">
          <p15:clr>
            <a:srgbClr val="F26B43"/>
          </p15:clr>
        </p15:guide>
        <p15:guide id="14" orient="horz" pos="5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8.bmp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09619-8C55-FECF-FB90-6254936A2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24860F-73D4-349F-9FA5-114E83637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96826"/>
            <a:ext cx="9601200" cy="745664"/>
          </a:xfrm>
        </p:spPr>
        <p:txBody>
          <a:bodyPr/>
          <a:lstStyle/>
          <a:p>
            <a:r>
              <a:rPr lang="en-US" sz="2400" b="0" i="0" dirty="0">
                <a:latin typeface="+mn-lt"/>
              </a:rPr>
              <a:t>Mondelez International, Inc</a:t>
            </a:r>
            <a:endParaRPr lang="en-US" dirty="0">
              <a:solidFill>
                <a:srgbClr val="3949AB"/>
              </a:solidFill>
              <a:latin typeface="+mn-lt"/>
            </a:endParaRPr>
          </a:p>
        </p:txBody>
      </p:sp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9AB431D1-631B-4FD2-3004-ADFC15A25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0293" y="1217424"/>
            <a:ext cx="3474720" cy="3091868"/>
          </a:xfrm>
        </p:spPr>
        <p:txBody>
          <a:bodyPr/>
          <a:lstStyle/>
          <a:p>
            <a:pPr>
              <a:buClr>
                <a:srgbClr val="3949AB"/>
              </a:buClr>
            </a:pPr>
            <a:r>
              <a:rPr lang="en-US" b="0" i="0" dirty="0"/>
              <a:t>Mondelez International is engaged in the production and sale of snack foods, including biscuits, chocolate, gum, candy, cheese, grocery products, and powdered beverages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b="0" i="0" dirty="0"/>
              <a:t>Operates in more than 80 countries and employs approximately 91,000 people across various functions such as factories, offices, research and development, and distribution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b="0" i="0" dirty="0"/>
              <a:t>Offers gum and candy products, various cheese and grocery products, and powdered beverage products in certain markets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b="0" i="0" dirty="0"/>
              <a:t>Has a portfolio of iconic brands including Oreo, Ritz, LU, Clif Bar, Tate's Bake Shop biscuits, Cadbury Dairy Milk, Milka, and Toblerone chocolate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b="0" i="0" dirty="0"/>
              <a:t>Key brands include Oreo, Ritz, LU, Clif Bar, and Tate's Bake Shop biscuits and baked snacks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b="0" i="0" dirty="0"/>
              <a:t>Ticker: MDLZ, listed on NASDAQ.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b="0" i="0" dirty="0"/>
              <a:t>The total number of employees at Mondelez International is approximately 91,000</a:t>
            </a:r>
            <a:endParaRPr lang="en-US" dirty="0"/>
          </a:p>
          <a:p>
            <a:pPr>
              <a:buClr>
                <a:srgbClr val="3949AB"/>
              </a:buClr>
            </a:pPr>
            <a:r>
              <a:rPr lang="en-US" b="0" i="0" dirty="0"/>
              <a:t>Employees: 91000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B32D5E-E080-F5B8-BC51-D293CE022F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0293" y="869763"/>
            <a:ext cx="3474720" cy="320040"/>
          </a:xfrm>
          <a:ln>
            <a:noFill/>
          </a:ln>
        </p:spPr>
        <p:txBody>
          <a:bodyPr/>
          <a:lstStyle/>
          <a:p>
            <a:r>
              <a:rPr lang="en-US" dirty="0">
                <a:solidFill>
                  <a:srgbClr val="3949AB"/>
                </a:solidFill>
              </a:rPr>
              <a:t>Overview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755751-3203-E5A0-759C-794417C19F7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70400" y="869763"/>
            <a:ext cx="3474720" cy="320040"/>
          </a:xfrm>
        </p:spPr>
        <p:txBody>
          <a:bodyPr/>
          <a:lstStyle/>
          <a:p>
            <a:r>
              <a:rPr lang="en-US" dirty="0">
                <a:solidFill>
                  <a:srgbClr val="3949AB"/>
                </a:solidFill>
              </a:rPr>
              <a:t>Key Financials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4C9E58-3698-2B04-991E-3C9B303DE7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80507" y="869763"/>
            <a:ext cx="3474720" cy="320040"/>
          </a:xfrm>
        </p:spPr>
        <p:txBody>
          <a:bodyPr/>
          <a:lstStyle/>
          <a:p>
            <a:r>
              <a:rPr lang="en-US" sz="1200" dirty="0">
                <a:solidFill>
                  <a:srgbClr val="3949AB"/>
                </a:solidFill>
              </a:rPr>
              <a:t>Key Management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2E38198-594C-6ECA-361C-94DD5602F9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>
                <a:solidFill>
                  <a:srgbClr val="3949AB"/>
                </a:solidFill>
              </a:rPr>
              <a:t>Revenue Split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510DB8F-8BF4-AF9E-3B1D-EE5C6EACA7A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3949AB"/>
                </a:solidFill>
              </a:rPr>
              <a:t>Stock Price – TTM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7E69E12-6486-5DED-F434-6C0F4D004A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60293" y="4143801"/>
            <a:ext cx="3474720" cy="320040"/>
          </a:xfrm>
        </p:spPr>
        <p:txBody>
          <a:bodyPr/>
          <a:lstStyle/>
          <a:p>
            <a:r>
              <a:rPr lang="en-US" dirty="0">
                <a:solidFill>
                  <a:srgbClr val="3949AB"/>
                </a:solidFill>
              </a:rPr>
              <a:t>Key Developments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B756AE9-65B7-E69D-3A9D-A16D4DB613F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70400" y="4405068"/>
            <a:ext cx="3474720" cy="320040"/>
          </a:xfrm>
        </p:spPr>
        <p:txBody>
          <a:bodyPr/>
          <a:lstStyle/>
          <a:p>
            <a:r>
              <a:rPr lang="en-US" dirty="0">
                <a:solidFill>
                  <a:srgbClr val="3949AB"/>
                </a:solidFill>
              </a:rPr>
              <a:t>Shareholder / Ownership Structure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0D8522-EE12-5F73-8F89-9B1CB7CF94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280507" y="4405068"/>
            <a:ext cx="3474720" cy="320040"/>
          </a:xfrm>
        </p:spPr>
        <p:txBody>
          <a:bodyPr/>
          <a:lstStyle/>
          <a:p>
            <a:r>
              <a:rPr lang="en-US" sz="1200" dirty="0">
                <a:solidFill>
                  <a:srgbClr val="3949AB"/>
                </a:solidFill>
              </a:rPr>
              <a:t>Analyst Recommendations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919BC9-9ADB-5092-F0B6-396CCF43B28D}"/>
              </a:ext>
            </a:extLst>
          </p:cNvPr>
          <p:cNvGraphicFramePr>
            <a:graphicFrameLocks noGrp="1"/>
          </p:cNvGraphicFramePr>
          <p:nvPr/>
        </p:nvGraphicFramePr>
        <p:xfrm>
          <a:off x="4370400" y="1245539"/>
          <a:ext cx="3474720" cy="1454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7923">
                  <a:extLst>
                    <a:ext uri="{9D8B030D-6E8A-4147-A177-3AD203B41FA5}">
                      <a16:colId xmlns:a16="http://schemas.microsoft.com/office/drawing/2014/main" val="428950103"/>
                    </a:ext>
                  </a:extLst>
                </a:gridCol>
                <a:gridCol w="741093">
                  <a:extLst>
                    <a:ext uri="{9D8B030D-6E8A-4147-A177-3AD203B41FA5}">
                      <a16:colId xmlns:a16="http://schemas.microsoft.com/office/drawing/2014/main" val="2482890950"/>
                    </a:ext>
                  </a:extLst>
                </a:gridCol>
                <a:gridCol w="697852">
                  <a:extLst>
                    <a:ext uri="{9D8B030D-6E8A-4147-A177-3AD203B41FA5}">
                      <a16:colId xmlns:a16="http://schemas.microsoft.com/office/drawing/2014/main" val="3427437066"/>
                    </a:ext>
                  </a:extLst>
                </a:gridCol>
                <a:gridCol w="697852">
                  <a:extLst>
                    <a:ext uri="{9D8B030D-6E8A-4147-A177-3AD203B41FA5}">
                      <a16:colId xmlns:a16="http://schemas.microsoft.com/office/drawing/2014/main" val="10492789"/>
                    </a:ext>
                  </a:extLst>
                </a:gridCol>
              </a:tblGrid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dirty="0">
                          <a:solidFill>
                            <a:schemeClr val="bg1"/>
                          </a:solidFill>
                          <a:latin typeface="Arial"/>
                        </a:rPr>
                        <a:t>($m, FYE: Dec)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dirty="0">
                          <a:solidFill>
                            <a:schemeClr val="bg1"/>
                          </a:solidFill>
                          <a:latin typeface="Arial"/>
                        </a:rPr>
                        <a:t>2021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dirty="0">
                          <a:solidFill>
                            <a:schemeClr val="bg1"/>
                          </a:solidFill>
                          <a:latin typeface="Arial"/>
                        </a:rPr>
                        <a:t>2022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dirty="0">
                          <a:solidFill>
                            <a:schemeClr val="bg1"/>
                          </a:solidFill>
                          <a:latin typeface="Arial"/>
                        </a:rPr>
                        <a:t>2023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410853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dirty="0">
                          <a:solidFill>
                            <a:srgbClr val="000000"/>
                          </a:solidFill>
                          <a:latin typeface="Arial"/>
                        </a:rPr>
                        <a:t>Revenue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28,720.0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31,496.0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36,016.0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281165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Growth (%)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9.7%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14.4%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31221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dirty="0">
                          <a:solidFill>
                            <a:srgbClr val="000000"/>
                          </a:solidFill>
                          <a:latin typeface="Arial"/>
                        </a:rPr>
                        <a:t>EBIT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4,653.0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3,534.0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5,502.0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191019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Growth (%)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(24.0%)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55.7%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65020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Margin (%)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16.2%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11.2%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15.3%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103073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dirty="0">
                          <a:solidFill>
                            <a:srgbClr val="000000"/>
                          </a:solidFill>
                          <a:latin typeface="Arial"/>
                        </a:rPr>
                        <a:t>Net Income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4,300.0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2,717.0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4,959.0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122152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Growth (%)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(36.8%)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82.5%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932358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Margin (%)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9144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15.0%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8.6%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</a:rPr>
                        <a:t>13.8%</a:t>
                      </a:r>
                      <a:endParaRPr lang="en-US" sz="9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109728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759445"/>
                  </a:ext>
                </a:extLst>
              </a:tr>
              <a:tr h="55018"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51233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6759CF3-084C-DE44-9E83-33F320FD9E25}"/>
              </a:ext>
            </a:extLst>
          </p:cNvPr>
          <p:cNvGraphicFramePr>
            <a:graphicFrameLocks noGrp="1"/>
          </p:cNvGraphicFramePr>
          <p:nvPr/>
        </p:nvGraphicFramePr>
        <p:xfrm>
          <a:off x="4370400" y="4778490"/>
          <a:ext cx="3474720" cy="9186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9696">
                  <a:extLst>
                    <a:ext uri="{9D8B030D-6E8A-4147-A177-3AD203B41FA5}">
                      <a16:colId xmlns:a16="http://schemas.microsoft.com/office/drawing/2014/main" val="428950103"/>
                    </a:ext>
                  </a:extLst>
                </a:gridCol>
                <a:gridCol w="885024">
                  <a:extLst>
                    <a:ext uri="{9D8B030D-6E8A-4147-A177-3AD203B41FA5}">
                      <a16:colId xmlns:a16="http://schemas.microsoft.com/office/drawing/2014/main" val="1541691021"/>
                    </a:ext>
                  </a:extLst>
                </a:gridCol>
              </a:tblGrid>
              <a:tr h="1837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dirty="0">
                          <a:solidFill>
                            <a:schemeClr val="bg1"/>
                          </a:solidFill>
                          <a:latin typeface="Arial"/>
                        </a:rPr>
                        <a:t>Shareholder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dirty="0">
                          <a:solidFill>
                            <a:schemeClr val="bg1"/>
                          </a:solidFill>
                          <a:latin typeface="Arial"/>
                        </a:rPr>
                        <a:t>Held (%)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0" marT="9144" marB="9144" anchor="ctr"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410853"/>
                  </a:ext>
                </a:extLst>
              </a:tr>
              <a:tr h="18372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Vanguard Group Inc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9.2%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31221"/>
                  </a:ext>
                </a:extLst>
              </a:tr>
              <a:tr h="18372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BlackRock Inc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7.5%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191019"/>
                  </a:ext>
                </a:extLst>
              </a:tr>
              <a:tr h="18372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State Street Corporation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>
                          <a:solidFill>
                            <a:srgbClr val="000000"/>
                          </a:solidFill>
                          <a:latin typeface="Arial"/>
                        </a:rPr>
                        <a:t>4.3%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65020"/>
                  </a:ext>
                </a:extLst>
              </a:tr>
              <a:tr h="18372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JPMorgan Chase &amp; Co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2.6%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122152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2E0506-39F7-354F-5851-AEF1BE9D8BAE}"/>
              </a:ext>
            </a:extLst>
          </p:cNvPr>
          <p:cNvCxnSpPr/>
          <p:nvPr/>
        </p:nvCxnSpPr>
        <p:spPr>
          <a:xfrm>
            <a:off x="460293" y="1217423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767984-3E0B-101B-50B0-D9B0AB0EF983}"/>
              </a:ext>
            </a:extLst>
          </p:cNvPr>
          <p:cNvCxnSpPr/>
          <p:nvPr/>
        </p:nvCxnSpPr>
        <p:spPr>
          <a:xfrm>
            <a:off x="460293" y="4491268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6E3EA2F-80A1-BA89-992C-FCAC20B9C710}"/>
              </a:ext>
            </a:extLst>
          </p:cNvPr>
          <p:cNvCxnSpPr>
            <a:cxnSpLocks/>
          </p:cNvCxnSpPr>
          <p:nvPr/>
        </p:nvCxnSpPr>
        <p:spPr>
          <a:xfrm>
            <a:off x="4370400" y="4761866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40B94DC-C1AF-3054-95E6-198BE59AD6A1}"/>
              </a:ext>
            </a:extLst>
          </p:cNvPr>
          <p:cNvCxnSpPr/>
          <p:nvPr/>
        </p:nvCxnSpPr>
        <p:spPr>
          <a:xfrm>
            <a:off x="4370400" y="1217423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0F74B7D-48F2-6872-456D-49A2DE072677}"/>
              </a:ext>
            </a:extLst>
          </p:cNvPr>
          <p:cNvCxnSpPr>
            <a:cxnSpLocks/>
          </p:cNvCxnSpPr>
          <p:nvPr/>
        </p:nvCxnSpPr>
        <p:spPr>
          <a:xfrm>
            <a:off x="8280507" y="1217423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E111E88-EA3A-532D-18D3-EEC6AB54EA51}"/>
              </a:ext>
            </a:extLst>
          </p:cNvPr>
          <p:cNvCxnSpPr>
            <a:cxnSpLocks/>
          </p:cNvCxnSpPr>
          <p:nvPr/>
        </p:nvCxnSpPr>
        <p:spPr>
          <a:xfrm>
            <a:off x="8280507" y="4761866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584BD9F-8BC9-018A-CAB0-96A76A7AD57C}"/>
              </a:ext>
            </a:extLst>
          </p:cNvPr>
          <p:cNvCxnSpPr/>
          <p:nvPr/>
        </p:nvCxnSpPr>
        <p:spPr>
          <a:xfrm>
            <a:off x="4370400" y="2963091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29087540-91DE-0615-6E8C-EB32CB07241C}"/>
              </a:ext>
            </a:extLst>
          </p:cNvPr>
          <p:cNvSpPr>
            <a:spLocks noChangeAspect="1"/>
          </p:cNvSpPr>
          <p:nvPr/>
        </p:nvSpPr>
        <p:spPr>
          <a:xfrm>
            <a:off x="10489186" y="327215"/>
            <a:ext cx="1246814" cy="307855"/>
          </a:xfrm>
          <a:prstGeom prst="rect">
            <a:avLst/>
          </a:prstGeom>
          <a:blipFill dpi="0" rotWithShape="1">
            <a:blip r:embed="rId2"/>
            <a:stretch>
              <a:fillRect/>
            </a:stretch>
          </a:blipFill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125444" fontAlgn="base">
              <a:lnSpc>
                <a:spcPct val="95000"/>
              </a:lnSpc>
              <a:spcAft>
                <a:spcPts val="300"/>
              </a:spcAft>
              <a:buClr>
                <a:srgbClr val="00915A"/>
              </a:buClr>
              <a:buSzPct val="100000"/>
            </a:pPr>
            <a:endParaRPr lang="en-US" sz="1200" dirty="0" err="1">
              <a:solidFill>
                <a:srgbClr val="000000"/>
              </a:solidFill>
            </a:endParaRPr>
          </a:p>
        </p:txBody>
      </p:sp>
      <p:sp>
        <p:nvSpPr>
          <p:cNvPr id="36" name="Vertical Text Placeholder 118">
            <a:extLst>
              <a:ext uri="{FF2B5EF4-FFF2-40B4-BE49-F238E27FC236}">
                <a16:creationId xmlns:a16="http://schemas.microsoft.com/office/drawing/2014/main" id="{8C532926-DE2A-3927-0BE9-C28DD8E42C98}"/>
              </a:ext>
            </a:extLst>
          </p:cNvPr>
          <p:cNvSpPr txBox="1">
            <a:spLocks/>
          </p:cNvSpPr>
          <p:nvPr/>
        </p:nvSpPr>
        <p:spPr>
          <a:xfrm>
            <a:off x="460293" y="4518888"/>
            <a:ext cx="3474720" cy="1170432"/>
          </a:xfrm>
          <a:prstGeom prst="rect">
            <a:avLst/>
          </a:prstGeom>
          <a:noFill/>
        </p:spPr>
        <p:txBody>
          <a:bodyPr vert="horz" lIns="0" tIns="45720" rIns="36000" bIns="45720" rtlCol="0" anchor="t">
            <a:noAutofit/>
          </a:bodyPr>
          <a:lstStyle>
            <a:lvl1pPr marL="179388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70000"/>
              <a:buFont typeface="Wingdings" panose="05000000000000000000" pitchFamily="2" charset="2"/>
              <a:buChar char="n"/>
              <a:defRPr lang="en-US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Char char="§"/>
              <a:defRPr lang="en-GB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550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Char char="§"/>
              <a:defRPr lang="en-GB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86176" indent="-220791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60000"/>
              <a:buFont typeface="Wingdings" panose="05000000000000000000" pitchFamily="2" charset="2"/>
              <a:buChar char="n"/>
              <a:defRPr lang="en-GB" sz="1200" kern="1200" baseline="0" noProof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107720" indent="-220791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60000"/>
              <a:buFont typeface="Wingdings" panose="05000000000000000000" pitchFamily="2" charset="2"/>
              <a:buChar char="n"/>
              <a:defRPr lang="en-GB" sz="1200" kern="1200" baseline="0" noProof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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n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n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070" indent="-179070">
              <a:buClr>
                <a:srgbClr val="3949AB"/>
              </a:buClr>
            </a:pPr>
            <a:r>
              <a:rPr lang="en-US" b="0" i="0" dirty="0">
                <a:solidFill>
                  <a:schemeClr val="tx1"/>
                </a:solidFill>
              </a:rPr>
              <a:t>05 Feb 2025: Announced Partnership with Inter Miami CF as the Club's Official Snacking Partner</a:t>
            </a:r>
            <a:endParaRPr lang="en-US"/>
          </a:p>
          <a:p>
            <a:pPr marL="179070" indent="-179070">
              <a:buClr>
                <a:srgbClr val="3949AB"/>
              </a:buClr>
            </a:pPr>
            <a:r>
              <a:rPr lang="en-US" b="0" i="0" dirty="0">
                <a:solidFill>
                  <a:schemeClr val="tx1"/>
                </a:solidFill>
              </a:rPr>
              <a:t>28 Jan 2025: Launched Belvita Energy Snack Bites</a:t>
            </a:r>
            <a:endParaRPr lang="en-US" dirty="0">
              <a:cs typeface="Arial"/>
            </a:endParaRPr>
          </a:p>
          <a:p>
            <a:pPr marL="179070" indent="-179070">
              <a:buClr>
                <a:srgbClr val="3949AB"/>
              </a:buClr>
            </a:pPr>
            <a:r>
              <a:rPr lang="en-US" b="0" i="0" dirty="0">
                <a:solidFill>
                  <a:schemeClr val="tx1"/>
                </a:solidFill>
              </a:rPr>
              <a:t>28 Jan 2025: OREO Launches Cakesters in Canada with Limited-Time Cake Shop in Toronto</a:t>
            </a:r>
            <a:endParaRPr lang="en-US" dirty="0">
              <a:cs typeface="Arial"/>
            </a:endParaRPr>
          </a:p>
          <a:p>
            <a:pPr marL="179070" indent="-179070">
              <a:buClr>
                <a:srgbClr val="3949AB"/>
              </a:buClr>
            </a:pPr>
            <a:r>
              <a:rPr lang="en-US" b="0" i="0" dirty="0">
                <a:solidFill>
                  <a:schemeClr val="tx1"/>
                </a:solidFill>
              </a:rPr>
              <a:t>26 Jan 2025: Announced executive changes</a:t>
            </a:r>
            <a:endParaRPr lang="en-US" dirty="0">
              <a:cs typeface="Arial"/>
            </a:endParaRPr>
          </a:p>
          <a:p>
            <a:pPr marL="179070" indent="-179070">
              <a:buClr>
                <a:srgbClr val="3949AB"/>
              </a:buClr>
            </a:pPr>
            <a:r>
              <a:rPr lang="en-US" b="0" i="0" dirty="0">
                <a:solidFill>
                  <a:schemeClr val="tx1"/>
                </a:solidFill>
              </a:rPr>
              <a:t>11 Dec 2024: Announced an equity buyback plan for $9,000 million worth of its shares</a:t>
            </a:r>
            <a:endParaRPr lang="en-US" dirty="0">
              <a:cs typeface="Arial"/>
            </a:endParaRPr>
          </a:p>
        </p:txBody>
      </p:sp>
      <p:sp>
        <p:nvSpPr>
          <p:cNvPr id="52" name="Vertical Text Placeholder 18">
            <a:extLst>
              <a:ext uri="{FF2B5EF4-FFF2-40B4-BE49-F238E27FC236}">
                <a16:creationId xmlns:a16="http://schemas.microsoft.com/office/drawing/2014/main" id="{4F27C617-49A1-5287-1F15-03208C4C9268}"/>
              </a:ext>
            </a:extLst>
          </p:cNvPr>
          <p:cNvSpPr txBox="1">
            <a:spLocks/>
          </p:cNvSpPr>
          <p:nvPr/>
        </p:nvSpPr>
        <p:spPr>
          <a:xfrm>
            <a:off x="8280507" y="4826810"/>
            <a:ext cx="3474720" cy="1170432"/>
          </a:xfrm>
          <a:prstGeom prst="rect">
            <a:avLst/>
          </a:prstGeom>
          <a:noFill/>
        </p:spPr>
        <p:txBody>
          <a:bodyPr vert="horz" lIns="0" tIns="45720" rIns="36000" bIns="45720" rtlCol="0">
            <a:noAutofit/>
          </a:bodyPr>
          <a:lstStyle>
            <a:lvl1pPr marL="179388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70000"/>
              <a:buFont typeface="Wingdings" panose="05000000000000000000" pitchFamily="2" charset="2"/>
              <a:buChar char="n"/>
              <a:defRPr lang="en-US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Char char="§"/>
              <a:defRPr lang="en-GB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550" indent="-179388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100000"/>
              <a:buFont typeface="Wingdings" panose="05000000000000000000" pitchFamily="2" charset="2"/>
              <a:buChar char="§"/>
              <a:defRPr lang="en-GB" sz="9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86176" indent="-220791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60000"/>
              <a:buFont typeface="Wingdings" panose="05000000000000000000" pitchFamily="2" charset="2"/>
              <a:buChar char="n"/>
              <a:defRPr lang="en-GB" sz="1200" kern="1200" baseline="0" noProof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107720" indent="-220791" algn="l" defTabSz="1125444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00915A"/>
              </a:buClr>
              <a:buSzPct val="60000"/>
              <a:buFont typeface="Wingdings" panose="05000000000000000000" pitchFamily="2" charset="2"/>
              <a:buChar char="n"/>
              <a:defRPr lang="en-GB" sz="1200" kern="1200" baseline="0" noProof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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n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45706" indent="-225613" algn="just" defTabSz="91446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915A"/>
              </a:buClr>
              <a:buSzPct val="55000"/>
              <a:buFont typeface="Wingdings" panose="05000000000000000000" pitchFamily="2" charset="2"/>
              <a:buChar char="n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211B841D-DFDC-FACA-9ED7-BB342E574BF1}"/>
              </a:ext>
            </a:extLst>
          </p:cNvPr>
          <p:cNvGraphicFramePr/>
          <p:nvPr/>
        </p:nvGraphicFramePr>
        <p:xfrm>
          <a:off x="8280507" y="4797152"/>
          <a:ext cx="3451199" cy="1280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3" name="revenue mix_segment">
            <a:extLst>
              <a:ext uri="{FF2B5EF4-FFF2-40B4-BE49-F238E27FC236}">
                <a16:creationId xmlns:a16="http://schemas.microsoft.com/office/drawing/2014/main" id="{CAE13923-8B69-0D6F-216C-6573D26DB800}"/>
              </a:ext>
            </a:extLst>
          </p:cNvPr>
          <p:cNvGraphicFramePr/>
          <p:nvPr/>
        </p:nvGraphicFramePr>
        <p:xfrm>
          <a:off x="4730440" y="2994506"/>
          <a:ext cx="2805720" cy="1457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stock price_ltm">
            <a:extLst>
              <a:ext uri="{FF2B5EF4-FFF2-40B4-BE49-F238E27FC236}">
                <a16:creationId xmlns:a16="http://schemas.microsoft.com/office/drawing/2014/main" id="{F96B46C7-72CB-C029-18AF-C32BA873DD33}"/>
              </a:ext>
            </a:extLst>
          </p:cNvPr>
          <p:cNvGraphicFramePr/>
          <p:nvPr/>
        </p:nvGraphicFramePr>
        <p:xfrm>
          <a:off x="8224331" y="2966065"/>
          <a:ext cx="3507375" cy="1457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F41327-2BCA-7B87-2319-8D9D42B497E5}"/>
              </a:ext>
            </a:extLst>
          </p:cNvPr>
          <p:cNvCxnSpPr>
            <a:cxnSpLocks/>
          </p:cNvCxnSpPr>
          <p:nvPr/>
        </p:nvCxnSpPr>
        <p:spPr>
          <a:xfrm>
            <a:off x="8280507" y="2975651"/>
            <a:ext cx="3474720" cy="0"/>
          </a:xfrm>
          <a:prstGeom prst="line">
            <a:avLst/>
          </a:prstGeom>
          <a:ln w="9525">
            <a:solidFill>
              <a:srgbClr val="3949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132BDA9-4C5B-4BC0-1757-C8677E22FE7F}"/>
              </a:ext>
            </a:extLst>
          </p:cNvPr>
          <p:cNvGraphicFramePr>
            <a:graphicFrameLocks noGrp="1"/>
          </p:cNvGraphicFramePr>
          <p:nvPr/>
        </p:nvGraphicFramePr>
        <p:xfrm>
          <a:off x="8285645" y="1240766"/>
          <a:ext cx="3474720" cy="12121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2763">
                  <a:extLst>
                    <a:ext uri="{9D8B030D-6E8A-4147-A177-3AD203B41FA5}">
                      <a16:colId xmlns:a16="http://schemas.microsoft.com/office/drawing/2014/main" val="428950103"/>
                    </a:ext>
                  </a:extLst>
                </a:gridCol>
                <a:gridCol w="1991957">
                  <a:extLst>
                    <a:ext uri="{9D8B030D-6E8A-4147-A177-3AD203B41FA5}">
                      <a16:colId xmlns:a16="http://schemas.microsoft.com/office/drawing/2014/main" val="1541691021"/>
                    </a:ext>
                  </a:extLst>
                </a:gridCol>
              </a:tblGrid>
              <a:tr h="2020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Position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4" marR="0" marT="9144" marB="9144" anchor="ctr"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410853"/>
                  </a:ext>
                </a:extLst>
              </a:tr>
              <a:tr h="20202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CEO, Chairman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Dirk Van De Put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281165"/>
                  </a:ext>
                </a:extLst>
              </a:tr>
              <a:tr h="20202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CFO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Luca Zaramella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31221"/>
                  </a:ext>
                </a:extLst>
              </a:tr>
              <a:tr h="20202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CFO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Frank Cervi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191019"/>
                  </a:ext>
                </a:extLst>
              </a:tr>
              <a:tr h="20202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Others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Stephanie Lilak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65020"/>
                  </a:ext>
                </a:extLst>
              </a:tr>
              <a:tr h="20202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Others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dirty="0">
                          <a:solidFill>
                            <a:srgbClr val="000000"/>
                          </a:solidFill>
                          <a:latin typeface="Arial"/>
                        </a:rPr>
                        <a:t>Deepak Iyer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122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44359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TOCALGOID" val="Standard"/>
  <p:tag name="UPSLIDETOCMASTERID" val="0. Template Pitch A410 03 2019"/>
  <p:tag name="UPSLIDETOCMASTERNAME" val="0. Template Pitch A4"/>
  <p:tag name="UPSLIDETOCMASTERLASTEDITIONDATE" val="637062311095651298"/>
  <p:tag name="VISIBLEUPSLIDESLIDELIBPARTS" val="System.Collections.Generic.List`1[System.String]"/>
  <p:tag name="UPSLIDEPRINTBLANKFACINGPAGESDESIGN" val="BNP Paribas"/>
  <p:tag name="UPSLIDEPRINTBLANKFACINGPAGESLAYOUT" val="Facing page"/>
  <p:tag name="TEMPLATESHORTNAMETAG" val="0. New Template BNPP IB, A4"/>
  <p:tag name="TEMPLATEFULLNAMETAG" val="0. New Template BNPP IB, A4"/>
  <p:tag name="UPSLIDE" val="BNP00058_0bis. Template Pitch A4_8-29-2019"/>
  <p:tag name="UPSLIDEVERSION" val="6.5.6.1"/>
  <p:tag name="UPSLIDEPRINTFACINGPAGESDESIGN" val="BNP Paribas"/>
  <p:tag name="UPSLIDEPRINTFACINGPAGESLAYOUT" val="Facing page"/>
  <p:tag name="UPSLIDEPRINTUSEAUTOGENERATEDFACINGPAGELAYOUT" val="FALSE"/>
  <p:tag name="FOOTERSCRIPT" val="&lt;%TItle%&gt;"/>
  <p:tag name="DATESCRIPT" val="&lt;%Date%&gt;"/>
  <p:tag name="UPSLIDETOCOPTIONS" val="&lt;?xml version=&quot;1.0&quot; encoding=&quot;utf-16&quot;?&gt;&#10;&lt;TocContentOptions xmlns:xsd=&quot;http://www.w3.org/2001/XMLSchema&quot; xmlns:xsi=&quot;http://www.w3.org/2001/XMLSchema-instance&quot;&gt;&#10;  &lt;TocSlidesOptions&gt;&#10;    &lt;ContainsSubSectionTitles&gt;false&lt;/ContainsSubSectionTitles&gt;&#10;    &lt;ContainsSlideTitles&gt;false&lt;/ContainsSlideTitles&gt;&#10;    &lt;ContainsParentLessSlidesTitles&gt;false&lt;/ContainsParentLessSlidesTitles&gt;&#10;    &lt;ContainsPrentLessSubsections&gt;true&lt;/ContainsPrentLessSubsections&gt;&#10;    &lt;ContainsAppendix&gt;true&lt;/ContainsAppendix&gt;&#10;    &lt;ContainsUnNumberedSections&gt;true&lt;/ContainsUnNumberedSections&gt;&#10;    &lt;SlideTitle&gt;Agenda&lt;/SlideTitle&gt;&#10;  &lt;/TocSlidesOptions&gt;&#10;  &lt;SectionSlideOptions&gt;&#10;    &lt;ContainsOwnSubSection&gt;false&lt;/ContainsOwnSubSection&gt;&#10;    &lt;ContainsOwnSlide&gt;false&lt;/ContainsOwnSlide&gt;&#10;    &lt;ContainsOtherSections&gt;false&lt;/ContainsOtherSections&gt;&#10;    &lt;ContainsOthersSubsection&gt;false&lt;/ContainsOthersSubsection&gt;&#10;    &lt;containsAppendix&gt;false&lt;/containsAppendix&gt;&#10;    &lt;containsUnnumberedSections&gt;false&lt;/containsUnnumberedSections&gt;&#10;    &lt;SlideTitle /&gt;&#10;  &lt;/SectionSlideOptions&gt;&#10;  &lt;SubSectionSlideOptions&gt;&#10;    &lt;ContainsOtherSubsections&gt;true&lt;/ContainsOtherSubsections&gt;&#10;    &lt;ContainsOwnSlides&gt;false&lt;/ContainsOwnSlides&gt;&#10;    &lt;ContainsParentSection&gt;true&lt;/ContainsParentSection&gt;&#10;    &lt;ContainsOtherSections&gt;false&lt;/ContainsOtherSections&gt;&#10;    &lt;containsAppendix&gt;true&lt;/containsAppendix&gt;&#10;    &lt;containsUnnumberedSections&gt;false&lt;/containsUnnumberedSections&gt;&#10;    &lt;SlideTitle /&gt;&#10;  &lt;/SubSectionSlideOptions&gt;&#10;  &lt;UsedSlideLayouts&gt;&#10;    &lt;TocSlidesLayout&gt;&#10;      &lt;DesignName&gt;BNP Paribas&lt;/DesignName&gt;&#10;      &lt;LayoutName&gt;Agenda&lt;/LayoutName&gt;&#10;    &lt;/TocSlidesLayout&gt;&#10;    &lt;SectionLayout&gt;&#10;      &lt;DesignName&gt;BNP Paribas&lt;/DesignName&gt;&#10;      &lt;LayoutName&gt;Section divider&lt;/LayoutName&gt;&#10;    &lt;/SectionLayout&gt;&#10;    &lt;SubsectionLayout&gt;&#10;      &lt;DesignName&gt;BNP Paribas&lt;/DesignName&gt;&#10;      &lt;LayoutName&gt;Subsection Divider&lt;/LayoutName&gt;&#10;    &lt;/SubsectionLayout&gt;&#10;    &lt;TitleSliLayout&gt;&#10;      &lt;DesignName&gt;BNP Paribas&lt;/DesignName&gt;&#10;      &lt;LayoutName&gt;Front page&lt;/LayoutName&gt;&#10;    &lt;/TitleSliLayout&gt;&#10;  &lt;/UsedSlideLayouts&gt;&#10;  &lt;ActiveReminders /&gt;&#10;  &lt;CustomAlgoOptions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true&lt;/ForceBold&gt;&#10;        &lt;ApplyToSubSections&gt;fals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1&lt;/Shading&gt;&#10;      &lt;/nonCurrentItemAttenuation&gt;&#10;      &lt;ForceDisplayTOCOnTwocolumns&gt;false&lt;/ForceDisplayTOCOnTwocolumns&gt;&#10;      &lt;DisplayTOCOnTwocolumns&gt;false&lt;/DisplayTOCOnTwocolumns&gt;&#10;      &lt;Scripts&gt;&#10;        &lt;BeforeSubSecTitle /&gt;&#10;        &lt;BeforeSlideIndex /&gt;&#10;        &lt;AfterSecNum /&gt;&#10;        &lt;BeforeSecNum /&gt;&#10;        &lt;AfterSubSecNum /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50&lt;/SpaceBeforeSections&gt;&#10;          &lt;SpaceBeforeSubSections&gt;0&lt;/SpaceBeforeSubSections&gt;&#10;          &lt;SpaceBeforeSlides&gt;0&lt;/SpaceBeforeSlides&gt;&#10;        &lt;/ManualSpacing&gt;&#10;        &lt;ManualSpacingSections&gt;&#10;          &lt;SpaceBeforeSections&gt;16.4976387&lt;/SpaceBeforeSections&gt;&#10;          &lt;SpaceBeforeSubSections&gt;10.9984255&lt;/SpaceBeforeSubSections&gt;&#10;          &lt;SpaceBeforeSlides&gt;5.49921274&lt;/SpaceBeforeSlides&gt;&#10;        &lt;/ManualSpacingSections&gt;&#10;        &lt;ManualSpacingSubSections&gt;&#10;          &lt;SpaceBeforeSections&gt;16.4976387&lt;/SpaceBeforeSections&gt;&#10;          &lt;SpaceBeforeSubSections&gt;10.9984255&lt;/SpaceBeforeSubSections&gt;&#10;          &lt;SpaceBeforeSlides&gt;5.49921274&lt;/SpaceBeforeSlides&gt;&#10;        &lt;/ManualSpacingSubSections&gt;&#10;        &lt;UseSpecificSpacingForSecDivider&gt;false&lt;/UseSpecificSpacingForSecDivider&gt;&#10;        &lt;UseSpecificSpacingForSubSecDivider&gt;false&lt;/UseSpecificSpacingForSubSecDivider&gt;&#10;      &lt;/ManVerticalSpacing&gt;&#10;    &lt;/CustomBaseAlgoOptions&gt;&#10;  &lt;/CustomAlgoOptions&gt;&#10;  &lt;XmlSubSectionsHaveSlide&gt;tru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RomanAndLetters&lt;/NumType&gt;&#10;  &lt;/NumberingOptionForAppendix&gt;&#10;&lt;/TocContentOptions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RxSiKAxZ4624rlKrzxKQ"/>
</p:tagLst>
</file>

<file path=ppt/theme/theme1.xml><?xml version="1.0" encoding="utf-8"?>
<a:theme xmlns:a="http://schemas.openxmlformats.org/drawingml/2006/main" name="BNP Paribas CIB 2020.1">
  <a:themeElements>
    <a:clrScheme name="Custom 2">
      <a:dk1>
        <a:srgbClr val="000000"/>
      </a:dk1>
      <a:lt1>
        <a:srgbClr val="FFFFFF"/>
      </a:lt1>
      <a:dk2>
        <a:srgbClr val="00915A"/>
      </a:dk2>
      <a:lt2>
        <a:srgbClr val="78848A"/>
      </a:lt2>
      <a:accent1>
        <a:srgbClr val="3949AB"/>
      </a:accent1>
      <a:accent2>
        <a:srgbClr val="26C6DA"/>
      </a:accent2>
      <a:accent3>
        <a:srgbClr val="FF7043"/>
      </a:accent3>
      <a:accent4>
        <a:srgbClr val="FFC107"/>
      </a:accent4>
      <a:accent5>
        <a:srgbClr val="4CAF50"/>
      </a:accent5>
      <a:accent6>
        <a:srgbClr val="E91E63"/>
      </a:accent6>
      <a:hlink>
        <a:srgbClr val="00915A"/>
      </a:hlink>
      <a:folHlink>
        <a:srgbClr val="BA3075"/>
      </a:folHlink>
    </a:clrScheme>
    <a:fontScheme name="Arial Narrow / Arial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3F3F3"/>
        </a:solidFill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 defTabSz="1125444" fontAlgn="base">
          <a:lnSpc>
            <a:spcPct val="95000"/>
          </a:lnSpc>
          <a:spcAft>
            <a:spcPts val="300"/>
          </a:spcAft>
          <a:buClr>
            <a:srgbClr val="00915A"/>
          </a:buClr>
          <a:buSzPct val="100000"/>
          <a:defRPr sz="1200" dirty="0" err="1" smtClean="0">
            <a:solidFill>
              <a:srgbClr val="000000"/>
            </a:solidFill>
          </a:defRPr>
        </a:defPPr>
      </a:lstStyle>
    </a:spDef>
    <a:lnDef>
      <a:spPr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36000" tIns="45720" rIns="36000" bIns="45720" rtlCol="0">
        <a:noAutofit/>
      </a:bodyPr>
      <a:lstStyle>
        <a:defPPr marL="221544" indent="-221544" algn="l" defTabSz="1125444" fontAlgn="base">
          <a:lnSpc>
            <a:spcPct val="95000"/>
          </a:lnSpc>
          <a:spcAft>
            <a:spcPts val="300"/>
          </a:spcAft>
          <a:buClr>
            <a:srgbClr val="00915A"/>
          </a:buClr>
          <a:buSzPct val="100000"/>
          <a:buFont typeface="Wingdings" panose="05000000000000000000" pitchFamily="2" charset="2"/>
          <a:buChar char="n"/>
          <a:defRPr sz="1100" dirty="0" smtClean="0">
            <a:solidFill>
              <a:srgbClr val="000000"/>
            </a:solidFill>
          </a:defRPr>
        </a:defPPr>
      </a:lstStyle>
    </a:txDef>
  </a:objectDefaults>
  <a:extraClrSchemeLst/>
  <a:custClrLst>
    <a:custClr name="Green #1">
      <a:srgbClr val="00915A"/>
    </a:custClr>
    <a:custClr name="Green #2">
      <a:srgbClr val="00AB8E"/>
    </a:custClr>
    <a:custClr name="Green #3">
      <a:srgbClr val="00685E"/>
    </a:custClr>
    <a:custClr name="Green #4">
      <a:srgbClr val="52CDC5"/>
    </a:custClr>
    <a:custClr name="Green #5">
      <a:srgbClr val="A3C439"/>
    </a:custClr>
    <a:custClr name="Green #6">
      <a:srgbClr val="56B4C0"/>
    </a:custClr>
    <a:custClr name="Green #7">
      <a:srgbClr val="46B381"/>
    </a:custClr>
    <a:custClr name="Green #8">
      <a:srgbClr val="93D150"/>
    </a:custClr>
    <a:custClr name="Green #9">
      <a:srgbClr val="007D77"/>
    </a:custClr>
    <a:custClr name="Green #10">
      <a:srgbClr val="00A99A"/>
    </a:custClr>
    <a:custClr name="Highlight #1">
      <a:srgbClr val="EF7B5B"/>
    </a:custClr>
    <a:custClr name="Highlight #2">
      <a:srgbClr val="FFA05B"/>
    </a:custClr>
    <a:custClr name="Highlight #3">
      <a:srgbClr val="DFDE33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Greyscale #1">
      <a:srgbClr val="595959"/>
    </a:custClr>
    <a:custClr name="Greyscale #2">
      <a:srgbClr val="7F7F7F"/>
    </a:custClr>
    <a:custClr name="Greyscale #3">
      <a:srgbClr val="BFBFBF"/>
    </a:custClr>
    <a:custClr name="Greyscale #4">
      <a:srgbClr val="D9D9D9"/>
    </a:custClr>
    <a:custClr name="Greyscale #5">
      <a:srgbClr val="F3F3F3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</a:custClrLst>
  <a:extLst>
    <a:ext uri="{05A4C25C-085E-4340-85A3-A5531E510DB2}">
      <thm15:themeFamily xmlns:thm15="http://schemas.microsoft.com/office/thememl/2012/main" name="Blank" id="{626DAAD3-5BEB-4E31-97AB-524CAC1F97DE}" vid="{40D6D4BF-EDFA-430F-BB35-6E55A59DD3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410FB65C532E4FA32B63A362ED4CED" ma:contentTypeVersion="14" ma:contentTypeDescription="Create a new document." ma:contentTypeScope="" ma:versionID="a224c3b92fb62ecc4010bfedd6beff6c">
  <xsd:schema xmlns:xsd="http://www.w3.org/2001/XMLSchema" xmlns:xs="http://www.w3.org/2001/XMLSchema" xmlns:p="http://schemas.microsoft.com/office/2006/metadata/properties" xmlns:ns2="8d7bdb1f-0223-4768-b351-b1cd87d1be88" xmlns:ns3="c385a44f-d097-4d2f-a4b4-38a5c44933cd" targetNamespace="http://schemas.microsoft.com/office/2006/metadata/properties" ma:root="true" ma:fieldsID="1b3e4fde20a4bf613d54e4f00d4f592d" ns2:_="" ns3:_="">
    <xsd:import namespace="8d7bdb1f-0223-4768-b351-b1cd87d1be88"/>
    <xsd:import namespace="c385a44f-d097-4d2f-a4b4-38a5c44933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7bdb1f-0223-4768-b351-b1cd87d1be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27adbbb-6bc9-4338-944a-893b363ad6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85a44f-d097-4d2f-a4b4-38a5c44933c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88235c6-bc23-4ef8-847f-cccb72e82fec}" ma:internalName="TaxCatchAll" ma:showField="CatchAllData" ma:web="c385a44f-d097-4d2f-a4b4-38a5c44933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385a44f-d097-4d2f-a4b4-38a5c44933cd" xsi:nil="true"/>
    <lcf76f155ced4ddcb4097134ff3c332f xmlns="8d7bdb1f-0223-4768-b351-b1cd87d1be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36ADDA2-DEEA-40EA-814C-E8D6B5A7F0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7bdb1f-0223-4768-b351-b1cd87d1be88"/>
    <ds:schemaRef ds:uri="c385a44f-d097-4d2f-a4b4-38a5c44933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1B7230-1118-45E7-86A9-6EA4816A40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06A933-4337-43DA-8CF3-747EC11773AF}">
  <ds:schemaRefs>
    <ds:schemaRef ds:uri="http://purl.org/dc/dcmitype/"/>
    <ds:schemaRef ds:uri="542f257a-bbf6-4dd0-bf5b-1a73ecff8bb5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sharepoint/v3"/>
    <ds:schemaRef ds:uri="http://www.w3.org/XML/1998/namespace"/>
    <ds:schemaRef ds:uri="c385a44f-d097-4d2f-a4b4-38a5c44933cd"/>
    <ds:schemaRef ds:uri="8d7bdb1f-0223-4768-b351-b1cd87d1be8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1304</TotalTime>
  <Words>337</Words>
  <Application>Microsoft Office PowerPoint</Application>
  <PresentationFormat>Widescreen</PresentationFormat>
  <Paragraphs>77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Wingdings</vt:lpstr>
      <vt:lpstr>BNP Paribas CIB 2020.1</vt:lpstr>
      <vt:lpstr>think-cell Slide</vt:lpstr>
      <vt:lpstr>Mondelez International, Inc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 for pitchbooks</dc:title>
  <dc:creator>Kabir PANDIT</dc:creator>
  <cp:keywords>Classification=Public, Classification=Select Classification Level, Classification=Internal</cp:keywords>
  <cp:lastModifiedBy>Jeevalakshmi Baskaran</cp:lastModifiedBy>
  <cp:revision>144</cp:revision>
  <dcterms:created xsi:type="dcterms:W3CDTF">2022-06-21T15:57:22Z</dcterms:created>
  <dcterms:modified xsi:type="dcterms:W3CDTF">2025-04-21T06:58:41Z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0x01010094410FB65C532E4FA32B63A362ED4CED</vt:lpwstr>
  </property>
  <property fmtid="{D5CDD505-2E9C-101B-9397-08002B2CF9AE}" pid="3" name="TitusGUID">
    <vt:lpwstr>d18e8a5b-26c7-4fa4-975e-40175b544fbb</vt:lpwstr>
  </property>
  <property fmtid="{D5CDD505-2E9C-101B-9397-08002B2CF9AE}" pid="4" name="MSIP_Label_2c41beea-183a-4bbd-804d-ee672b323e77_Enabled">
    <vt:lpwstr>True</vt:lpwstr>
  </property>
  <property fmtid="{D5CDD505-2E9C-101B-9397-08002B2CF9AE}" pid="5" name="MSIP_Label_2c41beea-183a-4bbd-804d-ee672b323e77_SiteId">
    <vt:lpwstr>6988521a-2747-41f4-bc3a-af5addc051da</vt:lpwstr>
  </property>
  <property fmtid="{D5CDD505-2E9C-101B-9397-08002B2CF9AE}" pid="6" name="MSIP_Label_2c41beea-183a-4bbd-804d-ee672b323e77_Owner">
    <vt:lpwstr>florence.herrmann@upslide.net</vt:lpwstr>
  </property>
  <property fmtid="{D5CDD505-2E9C-101B-9397-08002B2CF9AE}" pid="7" name="MSIP_Label_2c41beea-183a-4bbd-804d-ee672b323e77_SetDate">
    <vt:lpwstr>2020-01-16T18:25:53.9609292Z</vt:lpwstr>
  </property>
  <property fmtid="{D5CDD505-2E9C-101B-9397-08002B2CF9AE}" pid="8" name="MSIP_Label_2c41beea-183a-4bbd-804d-ee672b323e77_Name">
    <vt:lpwstr>General</vt:lpwstr>
  </property>
  <property fmtid="{D5CDD505-2E9C-101B-9397-08002B2CF9AE}" pid="9" name="MSIP_Label_2c41beea-183a-4bbd-804d-ee672b323e77_Application">
    <vt:lpwstr>Microsoft Azure Information Protection</vt:lpwstr>
  </property>
  <property fmtid="{D5CDD505-2E9C-101B-9397-08002B2CF9AE}" pid="10" name="MSIP_Label_2c41beea-183a-4bbd-804d-ee672b323e77_ActionId">
    <vt:lpwstr>bcb87554-1541-43a7-af2d-6017c38b3a8f</vt:lpwstr>
  </property>
  <property fmtid="{D5CDD505-2E9C-101B-9397-08002B2CF9AE}" pid="11" name="MSIP_Label_2c41beea-183a-4bbd-804d-ee672b323e77_Extended_MSFT_Method">
    <vt:lpwstr>Automatic</vt:lpwstr>
  </property>
  <property fmtid="{D5CDD505-2E9C-101B-9397-08002B2CF9AE}" pid="12" name="Classification">
    <vt:lpwstr>Internal</vt:lpwstr>
  </property>
  <property fmtid="{D5CDD505-2E9C-101B-9397-08002B2CF9AE}" pid="13" name="PIIGDPR">
    <vt:lpwstr>NotSpecified</vt:lpwstr>
  </property>
  <property fmtid="{D5CDD505-2E9C-101B-9397-08002B2CF9AE}" pid="14" name="ApplyVisualMarking">
    <vt:lpwstr>None</vt:lpwstr>
  </property>
  <property fmtid="{D5CDD505-2E9C-101B-9397-08002B2CF9AE}" pid="15" name="_dlc_policyId">
    <vt:lpwstr>0x0101000525FBA72ACA7146A1C824A67FAF08DE|-1216865645</vt:lpwstr>
  </property>
  <property fmtid="{D5CDD505-2E9C-101B-9397-08002B2CF9AE}" pid="16" name="ItemRetentionFormula">
    <vt:lpwstr>&lt;formula id="Microsoft.Office.RecordsManagement.PolicyFeatures.Expiration.Formula.BuiltIn"&gt;&lt;number&gt;7&lt;/number&gt;&lt;property&gt;Modified&lt;/property&gt;&lt;period&gt;years&lt;/period&gt;&lt;/formula&gt;</vt:lpwstr>
  </property>
  <property fmtid="{D5CDD505-2E9C-101B-9397-08002B2CF9AE}" pid="17" name="CIBOneOrganisation">
    <vt:lpwstr/>
  </property>
  <property fmtid="{D5CDD505-2E9C-101B-9397-08002B2CF9AE}" pid="18" name="CIBOneUserType">
    <vt:lpwstr/>
  </property>
  <property fmtid="{D5CDD505-2E9C-101B-9397-08002B2CF9AE}" pid="19" name="AutoInt">
    <vt:lpwstr>Yes</vt:lpwstr>
  </property>
  <property fmtid="{D5CDD505-2E9C-101B-9397-08002B2CF9AE}" pid="20" name="MSIP_Label_2ef92fbf-70ae-4343-8294-e5172915ddda_Enabled">
    <vt:lpwstr>true</vt:lpwstr>
  </property>
  <property fmtid="{D5CDD505-2E9C-101B-9397-08002B2CF9AE}" pid="21" name="MSIP_Label_2ef92fbf-70ae-4343-8294-e5172915ddda_SetDate">
    <vt:lpwstr>2022-07-12T10:27:52Z</vt:lpwstr>
  </property>
  <property fmtid="{D5CDD505-2E9C-101B-9397-08002B2CF9AE}" pid="22" name="MSIP_Label_2ef92fbf-70ae-4343-8294-e5172915ddda_Method">
    <vt:lpwstr>Privileged</vt:lpwstr>
  </property>
  <property fmtid="{D5CDD505-2E9C-101B-9397-08002B2CF9AE}" pid="23" name="MSIP_Label_2ef92fbf-70ae-4343-8294-e5172915ddda_Name">
    <vt:lpwstr>Confidential - Standard</vt:lpwstr>
  </property>
  <property fmtid="{D5CDD505-2E9C-101B-9397-08002B2CF9AE}" pid="24" name="MSIP_Label_2ef92fbf-70ae-4343-8294-e5172915ddda_SiteId">
    <vt:lpwstr>614f9c25-bffa-42c7-86d8-964101f55fa2</vt:lpwstr>
  </property>
  <property fmtid="{D5CDD505-2E9C-101B-9397-08002B2CF9AE}" pid="25" name="MSIP_Label_2ef92fbf-70ae-4343-8294-e5172915ddda_ActionId">
    <vt:lpwstr>7aa7d4fa-1517-4d43-bc7a-21402be68b99</vt:lpwstr>
  </property>
  <property fmtid="{D5CDD505-2E9C-101B-9397-08002B2CF9AE}" pid="26" name="MSIP_Label_2ef92fbf-70ae-4343-8294-e5172915ddda_ContentBits">
    <vt:lpwstr>2</vt:lpwstr>
  </property>
</Properties>
</file>